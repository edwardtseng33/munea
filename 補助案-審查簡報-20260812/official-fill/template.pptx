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8.xml" ContentType="application/vnd.openxmlformats-officedocument.theme+xml"/>
  <Override PartName="/ppt/presentation.xml" ContentType="application/vnd.openxmlformats-officedocument.presentationml.presentation.main+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PlaceHolder 1"/>
          <p:cNvSpPr>
            <a:spLocks noGrp="1"/>
          </p:cNvSpPr>
          <p:nvPr>
            <p:ph type="hdr"/>
          </p:nvPr>
        </p:nvSpPr>
        <p:spPr>
          <a:xfrm>
            <a:off x="0" y="0"/>
            <a:ext cx="2945520" cy="498240"/>
          </a:xfrm>
          <a:prstGeom prst="rect">
            <a:avLst/>
          </a:prstGeom>
          <a:noFill/>
          <a:ln w="19080">
            <a:noFill/>
          </a:ln>
        </p:spPr>
        <p:txBody>
          <a:bodyPr lIns="91440" tIns="45720" rIns="91440" bIns="45720" anchor="t">
            <a:noAutofit/>
          </a:bodyPr>
          <a:p>
            <a:pPr indent="0" algn="l">
              <a:buNone/>
            </a:pPr>
            <a:endParaRPr lang="en-US" sz="2400" b="0" u="none" strike="noStrike">
              <a:solidFill>
                <a:srgbClr val="FFFFFF"/>
              </a:solidFill>
              <a:effectLst/>
              <a:uFillTx/>
              <a:latin typeface="Times New Roman"/>
            </a:endParaRPr>
          </a:p>
        </p:txBody>
      </p:sp>
      <p:sp>
        <p:nvSpPr>
          <p:cNvPr id="52" name="PlaceHolder 2"/>
          <p:cNvSpPr>
            <a:spLocks noGrp="1"/>
          </p:cNvSpPr>
          <p:nvPr>
            <p:ph type="dt" idx="25"/>
          </p:nvPr>
        </p:nvSpPr>
        <p:spPr>
          <a:xfrm>
            <a:off x="3850560" y="0"/>
            <a:ext cx="2945520" cy="498240"/>
          </a:xfrm>
          <a:prstGeom prst="rect">
            <a:avLst/>
          </a:prstGeom>
          <a:noFill/>
          <a:ln w="19080">
            <a:noFill/>
          </a:ln>
        </p:spPr>
        <p:txBody>
          <a:bodyPr lIns="91440" tIns="45720" rIns="91440" bIns="45720" anchor="t">
            <a:noAutofit/>
          </a:bodyPr>
          <a:lstStyle>
            <a:lvl1pPr indent="0" algn="r">
              <a:lnSpc>
                <a:spcPct val="100000"/>
              </a:lnSpc>
              <a:buNone/>
              <a:defRPr lang="en-US" sz="1200" b="0" u="none" strike="noStrike">
                <a:solidFill>
                  <a:srgbClr val="000000"/>
                </a:solidFill>
                <a:effectLst/>
                <a:uFillTx/>
                <a:latin typeface="Calibri"/>
                <a:ea typeface="新細明體"/>
              </a:defRPr>
            </a:lvl1pPr>
          </a:lstStyle>
          <a:p>
            <a:pPr indent="0" algn="r">
              <a:lnSpc>
                <a:spcPct val="100000"/>
              </a:lnSpc>
              <a:buNone/>
            </a:pPr>
            <a:fld id="{402BF866-7554-438F-9BF3-A9660F3BA807}" type="datetime">
              <a:rPr lang="en-US" sz="1200" b="0" u="none" strike="noStrike">
                <a:solidFill>
                  <a:srgbClr val="000000"/>
                </a:solidFill>
                <a:effectLst/>
                <a:uFillTx/>
                <a:latin typeface="Calibri"/>
                <a:ea typeface="新細明體"/>
              </a:rPr>
              <a:t>7/31/26</a:t>
            </a:fld>
            <a:endParaRPr lang="en-US" sz="1200" b="0" u="none" strike="noStrike">
              <a:solidFill>
                <a:srgbClr val="FFFFFF"/>
              </a:solidFill>
              <a:effectLst/>
              <a:uFillTx/>
              <a:latin typeface="Times New Roman"/>
            </a:endParaRPr>
          </a:p>
        </p:txBody>
      </p:sp>
      <p:sp>
        <p:nvSpPr>
          <p:cNvPr id="53" name="PlaceHolder 3"/>
          <p:cNvSpPr>
            <a:spLocks noGrp="1"/>
          </p:cNvSpPr>
          <p:nvPr>
            <p:ph type="sldImg"/>
          </p:nvPr>
        </p:nvSpPr>
        <p:spPr>
          <a:xfrm>
            <a:off x="422280" y="1241280"/>
            <a:ext cx="5952960" cy="3349800"/>
          </a:xfrm>
          <a:prstGeom prst="rect">
            <a:avLst/>
          </a:prstGeom>
          <a:noFill/>
          <a:ln w="19080">
            <a:noFill/>
          </a:ln>
        </p:spPr>
        <p:txBody>
          <a:bodyPr lIns="0" tIns="0" rIns="0" bIns="0" anchor="ctr">
            <a:noAutofit/>
          </a:bodyPr>
          <a:p>
            <a:pPr indent="0" algn="ctr">
              <a:buNone/>
            </a:pPr>
            <a:r>
              <a:rPr lang="zh-TW" sz="4400" b="0" u="none" strike="noStrike">
                <a:solidFill>
                  <a:srgbClr val="FFFFFF"/>
                </a:solidFill>
                <a:effectLst/>
                <a:uFillTx/>
                <a:latin typeface="Arial"/>
              </a:rPr>
              <a:t>請按這裡移動投影片</a:t>
            </a:r>
            <a:endParaRPr lang="en-US" sz="4400" b="0" u="none" strike="noStrike">
              <a:solidFill>
                <a:srgbClr val="FFFFFF"/>
              </a:solidFill>
              <a:effectLst/>
              <a:uFillTx/>
              <a:latin typeface="Arial"/>
            </a:endParaRPr>
          </a:p>
        </p:txBody>
      </p:sp>
      <p:sp>
        <p:nvSpPr>
          <p:cNvPr id="54" name="PlaceHolder 4"/>
          <p:cNvSpPr>
            <a:spLocks noGrp="1"/>
          </p:cNvSpPr>
          <p:nvPr>
            <p:ph type="body"/>
          </p:nvPr>
        </p:nvSpPr>
        <p:spPr>
          <a:xfrm>
            <a:off x="679680" y="4777920"/>
            <a:ext cx="5438160" cy="3909240"/>
          </a:xfrm>
          <a:prstGeom prst="rect">
            <a:avLst/>
          </a:prstGeom>
          <a:noFill/>
          <a:ln w="19080">
            <a:noFill/>
          </a:ln>
        </p:spPr>
        <p:txBody>
          <a:bodyPr lIns="91440" tIns="45720" rIns="91440" bIns="45720" anchor="t">
            <a:noAutofit/>
          </a:bodyPr>
          <a:p>
            <a:pPr indent="0" algn="l">
              <a:lnSpc>
                <a:spcPct val="100000"/>
              </a:lnSpc>
              <a:buNone/>
            </a:pPr>
            <a:r>
              <a:rPr lang="zh-TW" sz="1200" b="0" u="none" strike="noStrike">
                <a:solidFill>
                  <a:srgbClr val="000000"/>
                </a:solidFill>
                <a:effectLst/>
                <a:uFillTx/>
                <a:latin typeface="Calibri"/>
                <a:ea typeface="新細明體"/>
              </a:rPr>
              <a:t>按一下以編輯母片文字樣式</a:t>
            </a:r>
            <a:endParaRPr lang="en-US" sz="1200" b="0" u="none" strike="noStrike">
              <a:solidFill>
                <a:srgbClr val="FFFFFF"/>
              </a:solidFill>
              <a:effectLst/>
              <a:uFillTx/>
              <a:latin typeface="Arial"/>
            </a:endParaRPr>
          </a:p>
          <a:p>
            <a:pPr marL="457200" lvl="1" indent="0" algn="l">
              <a:lnSpc>
                <a:spcPct val="100000"/>
              </a:lnSpc>
            </a:pPr>
            <a:r>
              <a:rPr lang="zh-TW" sz="1200" b="0" u="none" strike="noStrike">
                <a:solidFill>
                  <a:srgbClr val="000000"/>
                </a:solidFill>
                <a:effectLst/>
                <a:uFillTx/>
                <a:latin typeface="Calibri"/>
                <a:ea typeface="新細明體"/>
              </a:rPr>
              <a:t>第二層</a:t>
            </a:r>
            <a:endParaRPr lang="en-US" sz="1200" b="0" u="none" strike="noStrike">
              <a:solidFill>
                <a:srgbClr val="FFFFFF"/>
              </a:solidFill>
              <a:effectLst/>
              <a:uFillTx/>
              <a:latin typeface="Arial"/>
            </a:endParaRPr>
          </a:p>
          <a:p>
            <a:pPr marL="914400" lvl="2" indent="0" algn="l">
              <a:lnSpc>
                <a:spcPct val="100000"/>
              </a:lnSpc>
            </a:pPr>
            <a:r>
              <a:rPr lang="zh-TW" sz="1200" b="0" u="none" strike="noStrike">
                <a:solidFill>
                  <a:srgbClr val="000000"/>
                </a:solidFill>
                <a:effectLst/>
                <a:uFillTx/>
                <a:latin typeface="Calibri"/>
                <a:ea typeface="新細明體"/>
              </a:rPr>
              <a:t>第三層</a:t>
            </a:r>
            <a:endParaRPr lang="en-US" sz="1200" b="0" u="none" strike="noStrike">
              <a:solidFill>
                <a:srgbClr val="FFFFFF"/>
              </a:solidFill>
              <a:effectLst/>
              <a:uFillTx/>
              <a:latin typeface="Arial"/>
            </a:endParaRPr>
          </a:p>
          <a:p>
            <a:pPr marL="1371600" lvl="3" indent="0" algn="l">
              <a:lnSpc>
                <a:spcPct val="100000"/>
              </a:lnSpc>
            </a:pPr>
            <a:r>
              <a:rPr lang="zh-TW" sz="1200" b="0" u="none" strike="noStrike">
                <a:solidFill>
                  <a:srgbClr val="000000"/>
                </a:solidFill>
                <a:effectLst/>
                <a:uFillTx/>
                <a:latin typeface="Calibri"/>
                <a:ea typeface="新細明體"/>
              </a:rPr>
              <a:t>第四層</a:t>
            </a:r>
            <a:endParaRPr lang="en-US" sz="1200" b="0" u="none" strike="noStrike">
              <a:solidFill>
                <a:srgbClr val="FFFFFF"/>
              </a:solidFill>
              <a:effectLst/>
              <a:uFillTx/>
              <a:latin typeface="Arial"/>
            </a:endParaRPr>
          </a:p>
          <a:p>
            <a:pPr marL="1828800" lvl="4" indent="0" algn="l">
              <a:lnSpc>
                <a:spcPct val="100000"/>
              </a:lnSpc>
            </a:pPr>
            <a:r>
              <a:rPr lang="zh-TW" sz="1200" b="0" u="none" strike="noStrike">
                <a:solidFill>
                  <a:srgbClr val="000000"/>
                </a:solidFill>
                <a:effectLst/>
                <a:uFillTx/>
                <a:latin typeface="Calibri"/>
                <a:ea typeface="新細明體"/>
              </a:rPr>
              <a:t>第五層</a:t>
            </a:r>
            <a:endParaRPr lang="en-US" sz="1200" b="0" u="none" strike="noStrike">
              <a:solidFill>
                <a:srgbClr val="FFFFFF"/>
              </a:solidFill>
              <a:effectLst/>
              <a:uFillTx/>
              <a:latin typeface="Arial"/>
            </a:endParaRPr>
          </a:p>
        </p:txBody>
      </p:sp>
      <p:sp>
        <p:nvSpPr>
          <p:cNvPr id="55" name="PlaceHolder 5"/>
          <p:cNvSpPr>
            <a:spLocks noGrp="1"/>
          </p:cNvSpPr>
          <p:nvPr>
            <p:ph type="ftr" idx="26"/>
          </p:nvPr>
        </p:nvSpPr>
        <p:spPr>
          <a:xfrm>
            <a:off x="0" y="9430200"/>
            <a:ext cx="2945520" cy="498240"/>
          </a:xfrm>
          <a:prstGeom prst="rect">
            <a:avLst/>
          </a:prstGeom>
          <a:noFill/>
          <a:ln w="19080">
            <a:noFill/>
          </a:ln>
        </p:spPr>
        <p:txBody>
          <a:bodyPr lIns="91440" tIns="45720" rIns="91440" bIns="45720" anchor="b">
            <a:noAutofit/>
          </a:bodyPr>
          <a:p>
            <a:pPr indent="0" algn="l">
              <a:buNone/>
            </a:pPr>
            <a:endParaRPr lang="en-US" sz="2400" b="0" u="none" strike="noStrike">
              <a:solidFill>
                <a:srgbClr val="FFFFFF"/>
              </a:solidFill>
              <a:effectLst/>
              <a:uFillTx/>
              <a:latin typeface="Times New Roman"/>
            </a:endParaRPr>
          </a:p>
        </p:txBody>
      </p:sp>
      <p:sp>
        <p:nvSpPr>
          <p:cNvPr id="56" name="PlaceHolder 6"/>
          <p:cNvSpPr>
            <a:spLocks noGrp="1"/>
          </p:cNvSpPr>
          <p:nvPr>
            <p:ph type="sldNum" idx="27"/>
          </p:nvPr>
        </p:nvSpPr>
        <p:spPr>
          <a:xfrm>
            <a:off x="3850560" y="9430200"/>
            <a:ext cx="2945520" cy="498240"/>
          </a:xfrm>
          <a:prstGeom prst="rect">
            <a:avLst/>
          </a:prstGeom>
          <a:noFill/>
          <a:ln w="1908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Calibri"/>
                <a:ea typeface="新細明體"/>
              </a:defRPr>
            </a:lvl1pPr>
          </a:lstStyle>
          <a:p>
            <a:pPr indent="0" algn="r">
              <a:lnSpc>
                <a:spcPct val="100000"/>
              </a:lnSpc>
              <a:buNone/>
            </a:pPr>
            <a:fld id="{E3333084-CFDA-4EAC-A78B-71D13648E5B9}" type="slidenum">
              <a:rPr lang="en-US" sz="1200" b="0" u="none" strike="noStrike">
                <a:solidFill>
                  <a:srgbClr val="000000"/>
                </a:solidFill>
                <a:effectLst/>
                <a:uFillTx/>
                <a:latin typeface="Calibri"/>
                <a:ea typeface="新細明體"/>
              </a:rPr>
              <a:t>&lt;編號&gt;</a:t>
            </a:fld>
            <a:endParaRPr lang="en-US" sz="1200" b="0" u="none" strike="noStrike">
              <a:solidFill>
                <a:srgbClr val="FFFFFF"/>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type="sldImg"/>
          </p:nvPr>
        </p:nvSpPr>
        <p:spPr>
          <a:xfrm>
            <a:off x="422280" y="1241280"/>
            <a:ext cx="5952960" cy="3349800"/>
          </a:xfrm>
          <a:prstGeom prst="rect">
            <a:avLst/>
          </a:prstGeom>
          <a:ln w="0">
            <a:noFill/>
          </a:ln>
        </p:spPr>
      </p:sp>
      <p:sp>
        <p:nvSpPr>
          <p:cNvPr id="210" name="PlaceHolder 2"/>
          <p:cNvSpPr>
            <a:spLocks noGrp="1"/>
          </p:cNvSpPr>
          <p:nvPr>
            <p:ph type="body"/>
          </p:nvPr>
        </p:nvSpPr>
        <p:spPr>
          <a:xfrm>
            <a:off x="679680" y="4777920"/>
            <a:ext cx="5438160" cy="3909240"/>
          </a:xfrm>
          <a:prstGeom prst="rect">
            <a:avLst/>
          </a:prstGeom>
          <a:noFill/>
          <a:ln w="19080">
            <a:noFill/>
          </a:ln>
        </p:spPr>
        <p:txBody>
          <a:bodyPr lIns="91440" tIns="45720" rIns="91440" bIns="45720" anchor="t">
            <a:noAutofit/>
          </a:bodyPr>
          <a:p>
            <a:pPr indent="0" algn="l">
              <a:buNone/>
            </a:pPr>
            <a:endParaRPr lang="en-US" sz="2000" b="0" u="none" strike="noStrike">
              <a:solidFill>
                <a:srgbClr val="FFFFFF"/>
              </a:solidFill>
              <a:effectLst/>
              <a:uFillTx/>
              <a:latin typeface="Arial"/>
            </a:endParaRPr>
          </a:p>
        </p:txBody>
      </p:sp>
      <p:sp>
        <p:nvSpPr>
          <p:cNvPr id="211" name="投影片編號版面配置區 3"/>
          <p:cNvSpPr txBox="1"/>
          <p:nvPr/>
        </p:nvSpPr>
        <p:spPr>
          <a:xfrm>
            <a:off x="3850560" y="9430200"/>
            <a:ext cx="2945520" cy="498240"/>
          </a:xfrm>
          <a:prstGeom prst="rect">
            <a:avLst/>
          </a:prstGeom>
          <a:noFill/>
          <a:ln w="0">
            <a:noFill/>
          </a:ln>
        </p:spPr>
        <p:txBody>
          <a:bodyPr anchor="b">
            <a:noAutofit/>
          </a:bodyPr>
          <a:p>
            <a:pPr algn="r">
              <a:lnSpc>
                <a:spcPct val="100000"/>
              </a:lnSpc>
            </a:pPr>
            <a:fld id="{300CFE51-2AFB-4A10-878C-E71E6B249566}" type="slidenum">
              <a:rPr lang="en-US" sz="1200" b="0" u="none" strike="noStrike">
                <a:solidFill>
                  <a:srgbClr val="000000"/>
                </a:solidFill>
                <a:effectLst/>
                <a:uFillTx/>
                <a:latin typeface="Calibri"/>
                <a:ea typeface="新細明體"/>
              </a:rPr>
              <a:t>&lt;編號&gt;</a:t>
            </a:fld>
            <a:endParaRPr lang="en-US" sz="1200" b="0" u="none" strike="noStrike">
              <a:solidFill>
                <a:srgbClr val="FFFFFF"/>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sldImg"/>
          </p:nvPr>
        </p:nvSpPr>
        <p:spPr>
          <a:xfrm>
            <a:off x="422280" y="1241280"/>
            <a:ext cx="5952960" cy="3349800"/>
          </a:xfrm>
          <a:prstGeom prst="rect">
            <a:avLst/>
          </a:prstGeom>
          <a:ln w="0">
            <a:noFill/>
          </a:ln>
        </p:spPr>
      </p:sp>
      <p:sp>
        <p:nvSpPr>
          <p:cNvPr id="213" name="PlaceHolder 2"/>
          <p:cNvSpPr>
            <a:spLocks noGrp="1"/>
          </p:cNvSpPr>
          <p:nvPr>
            <p:ph type="body"/>
          </p:nvPr>
        </p:nvSpPr>
        <p:spPr>
          <a:xfrm>
            <a:off x="679680" y="4777920"/>
            <a:ext cx="5438160" cy="3909240"/>
          </a:xfrm>
          <a:prstGeom prst="rect">
            <a:avLst/>
          </a:prstGeom>
          <a:noFill/>
          <a:ln w="19080">
            <a:noFill/>
          </a:ln>
        </p:spPr>
        <p:txBody>
          <a:bodyPr lIns="91440" tIns="45720" rIns="91440" bIns="45720" anchor="t">
            <a:noAutofit/>
          </a:bodyPr>
          <a:p>
            <a:pPr indent="0" algn="l">
              <a:buNone/>
            </a:pPr>
            <a:endParaRPr lang="en-US" sz="2000" b="0" u="none" strike="noStrike">
              <a:solidFill>
                <a:srgbClr val="FFFFFF"/>
              </a:solidFill>
              <a:effectLst/>
              <a:uFillTx/>
              <a:latin typeface="Arial"/>
            </a:endParaRPr>
          </a:p>
        </p:txBody>
      </p:sp>
      <p:sp>
        <p:nvSpPr>
          <p:cNvPr id="214" name="投影片編號版面配置區 3"/>
          <p:cNvSpPr txBox="1"/>
          <p:nvPr/>
        </p:nvSpPr>
        <p:spPr>
          <a:xfrm>
            <a:off x="3850560" y="9430200"/>
            <a:ext cx="2945520" cy="498240"/>
          </a:xfrm>
          <a:prstGeom prst="rect">
            <a:avLst/>
          </a:prstGeom>
          <a:noFill/>
          <a:ln w="0">
            <a:noFill/>
          </a:ln>
        </p:spPr>
        <p:txBody>
          <a:bodyPr anchor="b">
            <a:noAutofit/>
          </a:bodyPr>
          <a:p>
            <a:pPr algn="r">
              <a:lnSpc>
                <a:spcPct val="100000"/>
              </a:lnSpc>
            </a:pPr>
            <a:fld id="{49058CBD-C655-4C2C-A144-C8D36D0CBB4E}" type="slidenum">
              <a:rPr lang="en-US" sz="1200" b="0" u="none" strike="noStrike">
                <a:solidFill>
                  <a:srgbClr val="000000"/>
                </a:solidFill>
                <a:effectLst/>
                <a:uFillTx/>
                <a:latin typeface="Calibri"/>
                <a:ea typeface="新細明體"/>
              </a:rPr>
              <a:t>&lt;編號&gt;</a:t>
            </a:fld>
            <a:endParaRPr lang="en-US" sz="1200" b="0" u="none" strike="noStrike">
              <a:solidFill>
                <a:srgbClr val="FFFFFF"/>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sldImg"/>
          </p:nvPr>
        </p:nvSpPr>
        <p:spPr>
          <a:xfrm>
            <a:off x="422280" y="1241280"/>
            <a:ext cx="5952960" cy="3349800"/>
          </a:xfrm>
          <a:prstGeom prst="rect">
            <a:avLst/>
          </a:prstGeom>
          <a:ln w="0">
            <a:noFill/>
          </a:ln>
        </p:spPr>
      </p:sp>
      <p:sp>
        <p:nvSpPr>
          <p:cNvPr id="216" name="PlaceHolder 2"/>
          <p:cNvSpPr>
            <a:spLocks noGrp="1"/>
          </p:cNvSpPr>
          <p:nvPr>
            <p:ph type="body"/>
          </p:nvPr>
        </p:nvSpPr>
        <p:spPr>
          <a:xfrm>
            <a:off x="679680" y="4777920"/>
            <a:ext cx="5438160" cy="3909240"/>
          </a:xfrm>
          <a:prstGeom prst="rect">
            <a:avLst/>
          </a:prstGeom>
          <a:noFill/>
          <a:ln w="19080">
            <a:noFill/>
          </a:ln>
        </p:spPr>
        <p:txBody>
          <a:bodyPr lIns="91440" tIns="45720" rIns="91440" bIns="45720" anchor="t">
            <a:noAutofit/>
          </a:bodyPr>
          <a:p>
            <a:pPr indent="0" algn="l">
              <a:buNone/>
            </a:pPr>
            <a:endParaRPr lang="en-US" sz="2000" b="0" u="none" strike="noStrike">
              <a:solidFill>
                <a:srgbClr val="FFFFFF"/>
              </a:solidFill>
              <a:effectLst/>
              <a:uFillTx/>
              <a:latin typeface="Arial"/>
            </a:endParaRPr>
          </a:p>
        </p:txBody>
      </p:sp>
      <p:sp>
        <p:nvSpPr>
          <p:cNvPr id="217" name="投影片編號版面配置區 3"/>
          <p:cNvSpPr txBox="1"/>
          <p:nvPr/>
        </p:nvSpPr>
        <p:spPr>
          <a:xfrm>
            <a:off x="3850560" y="9430200"/>
            <a:ext cx="2945520" cy="498240"/>
          </a:xfrm>
          <a:prstGeom prst="rect">
            <a:avLst/>
          </a:prstGeom>
          <a:noFill/>
          <a:ln w="0">
            <a:noFill/>
          </a:ln>
        </p:spPr>
        <p:txBody>
          <a:bodyPr anchor="b">
            <a:noAutofit/>
          </a:bodyPr>
          <a:p>
            <a:pPr algn="r">
              <a:lnSpc>
                <a:spcPct val="100000"/>
              </a:lnSpc>
            </a:pPr>
            <a:fld id="{AA414E66-9ED1-4EA7-975C-4DDEEA640AC4}" type="slidenum">
              <a:rPr lang="en-US" sz="1200" b="0" u="none" strike="noStrike">
                <a:solidFill>
                  <a:srgbClr val="000000"/>
                </a:solidFill>
                <a:effectLst/>
                <a:uFillTx/>
                <a:latin typeface="Calibri"/>
                <a:ea typeface="新細明體"/>
              </a:rPr>
              <a:t>&lt;編號&gt;</a:t>
            </a:fld>
            <a:endParaRPr lang="en-US" sz="1200" b="0" u="none" strike="noStrike">
              <a:solidFill>
                <a:srgbClr val="FFFFFF"/>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sldImg"/>
          </p:nvPr>
        </p:nvSpPr>
        <p:spPr>
          <a:xfrm>
            <a:off x="422280" y="1241280"/>
            <a:ext cx="5952960" cy="3349800"/>
          </a:xfrm>
          <a:prstGeom prst="rect">
            <a:avLst/>
          </a:prstGeom>
          <a:ln w="0">
            <a:noFill/>
          </a:ln>
        </p:spPr>
      </p:sp>
      <p:sp>
        <p:nvSpPr>
          <p:cNvPr id="219" name="PlaceHolder 2"/>
          <p:cNvSpPr>
            <a:spLocks noGrp="1"/>
          </p:cNvSpPr>
          <p:nvPr>
            <p:ph type="body"/>
          </p:nvPr>
        </p:nvSpPr>
        <p:spPr>
          <a:xfrm>
            <a:off x="679680" y="4777920"/>
            <a:ext cx="5438160" cy="3909240"/>
          </a:xfrm>
          <a:prstGeom prst="rect">
            <a:avLst/>
          </a:prstGeom>
          <a:noFill/>
          <a:ln w="19080">
            <a:noFill/>
          </a:ln>
        </p:spPr>
        <p:txBody>
          <a:bodyPr lIns="91440" tIns="45720" rIns="91440" bIns="45720" anchor="t">
            <a:noAutofit/>
          </a:bodyPr>
          <a:p>
            <a:pPr indent="0" algn="l">
              <a:buNone/>
            </a:pPr>
            <a:endParaRPr lang="en-US" sz="2000" b="0" u="none" strike="noStrike">
              <a:solidFill>
                <a:srgbClr val="FFFFFF"/>
              </a:solidFill>
              <a:effectLst/>
              <a:uFillTx/>
              <a:latin typeface="Arial"/>
            </a:endParaRPr>
          </a:p>
        </p:txBody>
      </p:sp>
      <p:sp>
        <p:nvSpPr>
          <p:cNvPr id="220" name="投影片編號版面配置區 3"/>
          <p:cNvSpPr txBox="1"/>
          <p:nvPr/>
        </p:nvSpPr>
        <p:spPr>
          <a:xfrm>
            <a:off x="3850560" y="9430200"/>
            <a:ext cx="2945520" cy="498240"/>
          </a:xfrm>
          <a:prstGeom prst="rect">
            <a:avLst/>
          </a:prstGeom>
          <a:noFill/>
          <a:ln w="0">
            <a:noFill/>
          </a:ln>
        </p:spPr>
        <p:txBody>
          <a:bodyPr anchor="b">
            <a:noAutofit/>
          </a:bodyPr>
          <a:p>
            <a:pPr algn="r">
              <a:lnSpc>
                <a:spcPct val="100000"/>
              </a:lnSpc>
            </a:pPr>
            <a:fld id="{68F48647-CF04-49F4-AAB7-90C09A15F422}" type="slidenum">
              <a:rPr lang="en-US" sz="1200" b="0" u="none" strike="noStrike">
                <a:solidFill>
                  <a:srgbClr val="000000"/>
                </a:solidFill>
                <a:effectLst/>
                <a:uFillTx/>
                <a:latin typeface="Calibri"/>
                <a:ea typeface="新細明體"/>
              </a:rPr>
              <a:t>&lt;編號&gt;</a:t>
            </a:fld>
            <a:endParaRPr lang="en-US" sz="1200" b="0" u="none" strike="noStrike">
              <a:solidFill>
                <a:srgbClr val="FFFFFF"/>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sldImg"/>
          </p:nvPr>
        </p:nvSpPr>
        <p:spPr>
          <a:xfrm>
            <a:off x="422280" y="1241280"/>
            <a:ext cx="5952960" cy="3349800"/>
          </a:xfrm>
          <a:prstGeom prst="rect">
            <a:avLst/>
          </a:prstGeom>
          <a:ln w="0">
            <a:noFill/>
          </a:ln>
        </p:spPr>
      </p:sp>
      <p:sp>
        <p:nvSpPr>
          <p:cNvPr id="222" name="PlaceHolder 2"/>
          <p:cNvSpPr>
            <a:spLocks noGrp="1"/>
          </p:cNvSpPr>
          <p:nvPr>
            <p:ph type="body"/>
          </p:nvPr>
        </p:nvSpPr>
        <p:spPr>
          <a:xfrm>
            <a:off x="679680" y="4777920"/>
            <a:ext cx="5438160" cy="3909240"/>
          </a:xfrm>
          <a:prstGeom prst="rect">
            <a:avLst/>
          </a:prstGeom>
          <a:noFill/>
          <a:ln w="19080">
            <a:noFill/>
          </a:ln>
        </p:spPr>
        <p:txBody>
          <a:bodyPr lIns="91440" tIns="45720" rIns="91440" bIns="45720" anchor="t">
            <a:noAutofit/>
          </a:bodyPr>
          <a:p>
            <a:pPr indent="0" algn="l">
              <a:buNone/>
            </a:pPr>
            <a:endParaRPr lang="en-US" sz="2000" b="0" u="none" strike="noStrike">
              <a:solidFill>
                <a:srgbClr val="FFFFFF"/>
              </a:solidFill>
              <a:effectLst/>
              <a:uFillTx/>
              <a:latin typeface="Arial"/>
            </a:endParaRPr>
          </a:p>
        </p:txBody>
      </p:sp>
      <p:sp>
        <p:nvSpPr>
          <p:cNvPr id="223" name="投影片編號版面配置區 3"/>
          <p:cNvSpPr txBox="1"/>
          <p:nvPr/>
        </p:nvSpPr>
        <p:spPr>
          <a:xfrm>
            <a:off x="3850560" y="9430200"/>
            <a:ext cx="2945520" cy="498240"/>
          </a:xfrm>
          <a:prstGeom prst="rect">
            <a:avLst/>
          </a:prstGeom>
          <a:noFill/>
          <a:ln w="0">
            <a:noFill/>
          </a:ln>
        </p:spPr>
        <p:txBody>
          <a:bodyPr anchor="b">
            <a:noAutofit/>
          </a:bodyPr>
          <a:p>
            <a:pPr algn="r">
              <a:lnSpc>
                <a:spcPct val="100000"/>
              </a:lnSpc>
            </a:pPr>
            <a:fld id="{D5889C76-D77A-4155-902E-74976A8C4355}" type="slidenum">
              <a:rPr lang="en-US" sz="1200" b="0" u="none" strike="noStrike">
                <a:solidFill>
                  <a:srgbClr val="000000"/>
                </a:solidFill>
                <a:effectLst/>
                <a:uFillTx/>
                <a:latin typeface="Calibri"/>
                <a:ea typeface="新細明體"/>
              </a:rPr>
              <a:t>&lt;編號&gt;</a:t>
            </a:fld>
            <a:endParaRPr lang="en-US" sz="1200" b="0" u="none" strike="noStrike">
              <a:solidFill>
                <a:srgbClr val="FFFFFF"/>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sldImg"/>
          </p:nvPr>
        </p:nvSpPr>
        <p:spPr>
          <a:xfrm>
            <a:off x="422280" y="1241280"/>
            <a:ext cx="5952960" cy="3349800"/>
          </a:xfrm>
          <a:prstGeom prst="rect">
            <a:avLst/>
          </a:prstGeom>
          <a:ln w="0">
            <a:noFill/>
          </a:ln>
        </p:spPr>
      </p:sp>
      <p:sp>
        <p:nvSpPr>
          <p:cNvPr id="225" name="PlaceHolder 2"/>
          <p:cNvSpPr>
            <a:spLocks noGrp="1"/>
          </p:cNvSpPr>
          <p:nvPr>
            <p:ph type="body"/>
          </p:nvPr>
        </p:nvSpPr>
        <p:spPr>
          <a:xfrm>
            <a:off x="679680" y="4777920"/>
            <a:ext cx="5438160" cy="3909240"/>
          </a:xfrm>
          <a:prstGeom prst="rect">
            <a:avLst/>
          </a:prstGeom>
          <a:noFill/>
          <a:ln w="19080">
            <a:noFill/>
          </a:ln>
        </p:spPr>
        <p:txBody>
          <a:bodyPr lIns="91440" tIns="45720" rIns="91440" bIns="45720" anchor="t">
            <a:noAutofit/>
          </a:bodyPr>
          <a:p>
            <a:pPr indent="0" algn="l">
              <a:buNone/>
            </a:pPr>
            <a:endParaRPr lang="en-US" sz="2000" b="0" u="none" strike="noStrike">
              <a:solidFill>
                <a:srgbClr val="FFFFFF"/>
              </a:solidFill>
              <a:effectLst/>
              <a:uFillTx/>
              <a:latin typeface="Arial"/>
            </a:endParaRPr>
          </a:p>
        </p:txBody>
      </p:sp>
      <p:sp>
        <p:nvSpPr>
          <p:cNvPr id="226" name="投影片編號版面配置區 3"/>
          <p:cNvSpPr txBox="1"/>
          <p:nvPr/>
        </p:nvSpPr>
        <p:spPr>
          <a:xfrm>
            <a:off x="3850560" y="9430200"/>
            <a:ext cx="2945520" cy="498240"/>
          </a:xfrm>
          <a:prstGeom prst="rect">
            <a:avLst/>
          </a:prstGeom>
          <a:noFill/>
          <a:ln w="0">
            <a:noFill/>
          </a:ln>
        </p:spPr>
        <p:txBody>
          <a:bodyPr anchor="b">
            <a:noAutofit/>
          </a:bodyPr>
          <a:p>
            <a:pPr algn="r">
              <a:lnSpc>
                <a:spcPct val="100000"/>
              </a:lnSpc>
            </a:pPr>
            <a:fld id="{E1AC32BA-46E5-4DB5-9DB3-D91AAF4D6E1E}" type="slidenum">
              <a:rPr lang="en-US" sz="1200" b="0" u="none" strike="noStrike">
                <a:solidFill>
                  <a:srgbClr val="000000"/>
                </a:solidFill>
                <a:effectLst/>
                <a:uFillTx/>
                <a:latin typeface="Calibri"/>
                <a:ea typeface="新細明體"/>
              </a:rPr>
              <a:t>&lt;編號&gt;</a:t>
            </a:fld>
            <a:endParaRPr lang="en-US" sz="1200" b="0" u="none" strike="noStrike">
              <a:solidFill>
                <a:srgbClr val="FFFFFF"/>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sldImg"/>
          </p:nvPr>
        </p:nvSpPr>
        <p:spPr>
          <a:xfrm>
            <a:off x="422280" y="1241280"/>
            <a:ext cx="5952960" cy="3349800"/>
          </a:xfrm>
          <a:prstGeom prst="rect">
            <a:avLst/>
          </a:prstGeom>
          <a:ln w="0">
            <a:noFill/>
          </a:ln>
        </p:spPr>
      </p:sp>
      <p:sp>
        <p:nvSpPr>
          <p:cNvPr id="228" name="PlaceHolder 2"/>
          <p:cNvSpPr>
            <a:spLocks noGrp="1"/>
          </p:cNvSpPr>
          <p:nvPr>
            <p:ph type="body"/>
          </p:nvPr>
        </p:nvSpPr>
        <p:spPr>
          <a:xfrm>
            <a:off x="679680" y="4777920"/>
            <a:ext cx="5438160" cy="3909240"/>
          </a:xfrm>
          <a:prstGeom prst="rect">
            <a:avLst/>
          </a:prstGeom>
          <a:noFill/>
          <a:ln w="19080">
            <a:noFill/>
          </a:ln>
        </p:spPr>
        <p:txBody>
          <a:bodyPr lIns="91440" tIns="45720" rIns="91440" bIns="45720" anchor="t">
            <a:noAutofit/>
          </a:bodyPr>
          <a:p>
            <a:pPr indent="0" algn="l">
              <a:buNone/>
            </a:pPr>
            <a:endParaRPr lang="en-US" sz="2000" b="0" u="none" strike="noStrike">
              <a:solidFill>
                <a:srgbClr val="FFFFFF"/>
              </a:solidFill>
              <a:effectLst/>
              <a:uFillTx/>
              <a:latin typeface="Arial"/>
            </a:endParaRPr>
          </a:p>
        </p:txBody>
      </p:sp>
      <p:sp>
        <p:nvSpPr>
          <p:cNvPr id="229" name="投影片編號版面配置區 3"/>
          <p:cNvSpPr txBox="1"/>
          <p:nvPr/>
        </p:nvSpPr>
        <p:spPr>
          <a:xfrm>
            <a:off x="3850560" y="9430200"/>
            <a:ext cx="2945520" cy="498240"/>
          </a:xfrm>
          <a:prstGeom prst="rect">
            <a:avLst/>
          </a:prstGeom>
          <a:noFill/>
          <a:ln w="0">
            <a:noFill/>
          </a:ln>
        </p:spPr>
        <p:txBody>
          <a:bodyPr anchor="b">
            <a:noAutofit/>
          </a:bodyPr>
          <a:p>
            <a:pPr algn="r">
              <a:lnSpc>
                <a:spcPct val="100000"/>
              </a:lnSpc>
            </a:pPr>
            <a:fld id="{D3914F90-2D49-4844-9BEB-DA95B0067D51}" type="slidenum">
              <a:rPr lang="en-US" sz="1200" b="0" u="none" strike="noStrike">
                <a:solidFill>
                  <a:srgbClr val="000000"/>
                </a:solidFill>
                <a:effectLst/>
                <a:uFillTx/>
                <a:latin typeface="Calibri"/>
                <a:ea typeface="新細明體"/>
              </a:rPr>
              <a:t>&lt;編號&gt;</a:t>
            </a:fld>
            <a:endParaRPr lang="en-US" sz="1200" b="0" u="none" strike="noStrike">
              <a:solidFill>
                <a:srgbClr val="FFFFFF"/>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sldImg"/>
          </p:nvPr>
        </p:nvSpPr>
        <p:spPr>
          <a:xfrm>
            <a:off x="422280" y="1241280"/>
            <a:ext cx="5952960" cy="3349800"/>
          </a:xfrm>
          <a:prstGeom prst="rect">
            <a:avLst/>
          </a:prstGeom>
          <a:ln w="0">
            <a:noFill/>
          </a:ln>
        </p:spPr>
      </p:sp>
      <p:sp>
        <p:nvSpPr>
          <p:cNvPr id="231" name="PlaceHolder 2"/>
          <p:cNvSpPr>
            <a:spLocks noGrp="1"/>
          </p:cNvSpPr>
          <p:nvPr>
            <p:ph type="body"/>
          </p:nvPr>
        </p:nvSpPr>
        <p:spPr>
          <a:xfrm>
            <a:off x="679680" y="4777920"/>
            <a:ext cx="5438160" cy="3909240"/>
          </a:xfrm>
          <a:prstGeom prst="rect">
            <a:avLst/>
          </a:prstGeom>
          <a:noFill/>
          <a:ln w="19080">
            <a:noFill/>
          </a:ln>
        </p:spPr>
        <p:txBody>
          <a:bodyPr lIns="91440" tIns="45720" rIns="91440" bIns="45720" anchor="t">
            <a:noAutofit/>
          </a:bodyPr>
          <a:p>
            <a:pPr indent="0" algn="l">
              <a:buNone/>
            </a:pPr>
            <a:endParaRPr lang="en-US" sz="2000" b="0" u="none" strike="noStrike">
              <a:solidFill>
                <a:srgbClr val="FFFFFF"/>
              </a:solidFill>
              <a:effectLst/>
              <a:uFillTx/>
              <a:latin typeface="Arial"/>
            </a:endParaRPr>
          </a:p>
        </p:txBody>
      </p:sp>
      <p:sp>
        <p:nvSpPr>
          <p:cNvPr id="232" name="投影片編號版面配置區 3"/>
          <p:cNvSpPr txBox="1"/>
          <p:nvPr/>
        </p:nvSpPr>
        <p:spPr>
          <a:xfrm>
            <a:off x="3850560" y="9430200"/>
            <a:ext cx="2945520" cy="498240"/>
          </a:xfrm>
          <a:prstGeom prst="rect">
            <a:avLst/>
          </a:prstGeom>
          <a:noFill/>
          <a:ln w="0">
            <a:noFill/>
          </a:ln>
        </p:spPr>
        <p:txBody>
          <a:bodyPr anchor="b">
            <a:noAutofit/>
          </a:bodyPr>
          <a:p>
            <a:pPr algn="r">
              <a:lnSpc>
                <a:spcPct val="100000"/>
              </a:lnSpc>
            </a:pPr>
            <a:fld id="{A2DCC76E-E79F-488D-9E01-FA221862F234}" type="slidenum">
              <a:rPr lang="en-US" sz="1200" b="0" u="none" strike="noStrike">
                <a:solidFill>
                  <a:srgbClr val="000000"/>
                </a:solidFill>
                <a:effectLst/>
                <a:uFillTx/>
                <a:latin typeface="Calibri"/>
                <a:ea typeface="新細明體"/>
              </a:rPr>
              <a:t>&lt;編號&gt;</a:t>
            </a:fld>
            <a:endParaRPr lang="en-US" sz="1200" b="0" u="none" strike="noStrike">
              <a:solidFill>
                <a:srgbClr val="FFFFFF"/>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sldImg"/>
          </p:nvPr>
        </p:nvSpPr>
        <p:spPr>
          <a:xfrm>
            <a:off x="422280" y="1241280"/>
            <a:ext cx="5952960" cy="3349800"/>
          </a:xfrm>
          <a:prstGeom prst="rect">
            <a:avLst/>
          </a:prstGeom>
          <a:ln w="0">
            <a:noFill/>
          </a:ln>
        </p:spPr>
      </p:sp>
      <p:sp>
        <p:nvSpPr>
          <p:cNvPr id="234" name="PlaceHolder 2"/>
          <p:cNvSpPr>
            <a:spLocks noGrp="1"/>
          </p:cNvSpPr>
          <p:nvPr>
            <p:ph type="body"/>
          </p:nvPr>
        </p:nvSpPr>
        <p:spPr>
          <a:xfrm>
            <a:off x="679680" y="4777920"/>
            <a:ext cx="5438160" cy="3909240"/>
          </a:xfrm>
          <a:prstGeom prst="rect">
            <a:avLst/>
          </a:prstGeom>
          <a:noFill/>
          <a:ln w="19080">
            <a:noFill/>
          </a:ln>
        </p:spPr>
        <p:txBody>
          <a:bodyPr lIns="91440" tIns="45720" rIns="91440" bIns="45720" anchor="t">
            <a:noAutofit/>
          </a:bodyPr>
          <a:p>
            <a:pPr indent="0" algn="l">
              <a:buNone/>
            </a:pPr>
            <a:endParaRPr lang="en-US" sz="2000" b="0" u="none" strike="noStrike">
              <a:solidFill>
                <a:srgbClr val="FFFFFF"/>
              </a:solidFill>
              <a:effectLst/>
              <a:uFillTx/>
              <a:latin typeface="Arial"/>
            </a:endParaRPr>
          </a:p>
        </p:txBody>
      </p:sp>
      <p:sp>
        <p:nvSpPr>
          <p:cNvPr id="235" name="投影片編號版面配置區 3"/>
          <p:cNvSpPr txBox="1"/>
          <p:nvPr/>
        </p:nvSpPr>
        <p:spPr>
          <a:xfrm>
            <a:off x="3850560" y="9430200"/>
            <a:ext cx="2945520" cy="498240"/>
          </a:xfrm>
          <a:prstGeom prst="rect">
            <a:avLst/>
          </a:prstGeom>
          <a:noFill/>
          <a:ln w="0">
            <a:noFill/>
          </a:ln>
        </p:spPr>
        <p:txBody>
          <a:bodyPr anchor="b">
            <a:noAutofit/>
          </a:bodyPr>
          <a:p>
            <a:pPr algn="r">
              <a:lnSpc>
                <a:spcPct val="100000"/>
              </a:lnSpc>
            </a:pPr>
            <a:fld id="{5D705127-0CB1-4375-99D4-A79876662E66}" type="slidenum">
              <a:rPr lang="en-US" sz="1200" b="0" u="none" strike="noStrike">
                <a:solidFill>
                  <a:srgbClr val="000000"/>
                </a:solidFill>
                <a:effectLst/>
                <a:uFillTx/>
                <a:latin typeface="Calibri"/>
                <a:ea typeface="新細明體"/>
              </a:rPr>
              <a:t>&lt;編號&gt;</a:t>
            </a:fld>
            <a:endParaRPr lang="en-US" sz="1200" b="0" u="none" strike="noStrike">
              <a:solidFill>
                <a:srgbClr val="FFFFFF"/>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sldImg"/>
          </p:nvPr>
        </p:nvSpPr>
        <p:spPr>
          <a:xfrm>
            <a:off x="422280" y="1241280"/>
            <a:ext cx="5952960" cy="3349800"/>
          </a:xfrm>
          <a:prstGeom prst="rect">
            <a:avLst/>
          </a:prstGeom>
          <a:ln w="0">
            <a:noFill/>
          </a:ln>
        </p:spPr>
      </p:sp>
      <p:sp>
        <p:nvSpPr>
          <p:cNvPr id="237" name="PlaceHolder 2"/>
          <p:cNvSpPr>
            <a:spLocks noGrp="1"/>
          </p:cNvSpPr>
          <p:nvPr>
            <p:ph type="body"/>
          </p:nvPr>
        </p:nvSpPr>
        <p:spPr>
          <a:xfrm>
            <a:off x="679680" y="4777920"/>
            <a:ext cx="5438160" cy="3909240"/>
          </a:xfrm>
          <a:prstGeom prst="rect">
            <a:avLst/>
          </a:prstGeom>
          <a:noFill/>
          <a:ln w="19080">
            <a:noFill/>
          </a:ln>
        </p:spPr>
        <p:txBody>
          <a:bodyPr lIns="91440" tIns="45720" rIns="91440" bIns="45720" anchor="t">
            <a:noAutofit/>
          </a:bodyPr>
          <a:p>
            <a:pPr indent="0" algn="l">
              <a:buNone/>
            </a:pPr>
            <a:endParaRPr lang="en-US" sz="2000" b="0" u="none" strike="noStrike">
              <a:solidFill>
                <a:srgbClr val="FFFFFF"/>
              </a:solidFill>
              <a:effectLst/>
              <a:uFillTx/>
              <a:latin typeface="Arial"/>
            </a:endParaRPr>
          </a:p>
        </p:txBody>
      </p:sp>
      <p:sp>
        <p:nvSpPr>
          <p:cNvPr id="238" name="投影片編號版面配置區 3"/>
          <p:cNvSpPr txBox="1"/>
          <p:nvPr/>
        </p:nvSpPr>
        <p:spPr>
          <a:xfrm>
            <a:off x="3850560" y="9430200"/>
            <a:ext cx="2945520" cy="498240"/>
          </a:xfrm>
          <a:prstGeom prst="rect">
            <a:avLst/>
          </a:prstGeom>
          <a:noFill/>
          <a:ln w="0">
            <a:noFill/>
          </a:ln>
        </p:spPr>
        <p:txBody>
          <a:bodyPr anchor="b">
            <a:noAutofit/>
          </a:bodyPr>
          <a:p>
            <a:pPr algn="r">
              <a:lnSpc>
                <a:spcPct val="100000"/>
              </a:lnSpc>
            </a:pPr>
            <a:fld id="{E372375F-DB7B-465E-A1F2-0AA537A3A4BA}" type="slidenum">
              <a:rPr lang="en-US" sz="1800" b="0" u="none" strike="noStrike">
                <a:solidFill>
                  <a:srgbClr val="000000"/>
                </a:solidFill>
                <a:effectLst/>
                <a:uFillTx/>
                <a:latin typeface="Aptos"/>
                <a:ea typeface="新細明體"/>
              </a:rPr>
              <a:t>&lt;編號&gt;</a:t>
            </a:fld>
            <a:endParaRPr lang="en-US" sz="1800" b="0" u="none" strike="noStrike">
              <a:solidFill>
                <a:srgbClr val="FFFFFF"/>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sldImg"/>
          </p:nvPr>
        </p:nvSpPr>
        <p:spPr>
          <a:xfrm>
            <a:off x="422280" y="1241280"/>
            <a:ext cx="5952960" cy="3349800"/>
          </a:xfrm>
          <a:prstGeom prst="rect">
            <a:avLst/>
          </a:prstGeom>
          <a:ln w="0">
            <a:noFill/>
          </a:ln>
        </p:spPr>
      </p:sp>
      <p:sp>
        <p:nvSpPr>
          <p:cNvPr id="240" name="PlaceHolder 2"/>
          <p:cNvSpPr>
            <a:spLocks noGrp="1"/>
          </p:cNvSpPr>
          <p:nvPr>
            <p:ph type="body"/>
          </p:nvPr>
        </p:nvSpPr>
        <p:spPr>
          <a:xfrm>
            <a:off x="679680" y="4777920"/>
            <a:ext cx="5438160" cy="3909240"/>
          </a:xfrm>
          <a:prstGeom prst="rect">
            <a:avLst/>
          </a:prstGeom>
          <a:noFill/>
          <a:ln w="19080">
            <a:noFill/>
          </a:ln>
        </p:spPr>
        <p:txBody>
          <a:bodyPr lIns="91440" tIns="45720" rIns="91440" bIns="45720" anchor="t">
            <a:noAutofit/>
          </a:bodyPr>
          <a:p>
            <a:pPr indent="0" algn="l">
              <a:buNone/>
            </a:pPr>
            <a:endParaRPr lang="en-US" sz="2000" b="0" u="none" strike="noStrike">
              <a:solidFill>
                <a:srgbClr val="FFFFFF"/>
              </a:solidFill>
              <a:effectLst/>
              <a:uFillTx/>
              <a:latin typeface="Arial"/>
            </a:endParaRPr>
          </a:p>
        </p:txBody>
      </p:sp>
      <p:sp>
        <p:nvSpPr>
          <p:cNvPr id="241" name="投影片編號版面配置區 3"/>
          <p:cNvSpPr txBox="1"/>
          <p:nvPr/>
        </p:nvSpPr>
        <p:spPr>
          <a:xfrm>
            <a:off x="3850560" y="9430200"/>
            <a:ext cx="2945520" cy="498240"/>
          </a:xfrm>
          <a:prstGeom prst="rect">
            <a:avLst/>
          </a:prstGeom>
          <a:noFill/>
          <a:ln w="0">
            <a:noFill/>
          </a:ln>
        </p:spPr>
        <p:txBody>
          <a:bodyPr anchor="b">
            <a:noAutofit/>
          </a:bodyPr>
          <a:p>
            <a:pPr algn="r">
              <a:lnSpc>
                <a:spcPct val="100000"/>
              </a:lnSpc>
            </a:pPr>
            <a:fld id="{F4F92D51-4EB5-4A29-8AAD-5B237279FF73}" type="slidenum">
              <a:rPr lang="en-US" sz="1800" b="0" u="none" strike="noStrike">
                <a:solidFill>
                  <a:srgbClr val="000000"/>
                </a:solidFill>
                <a:effectLst/>
                <a:uFillTx/>
                <a:latin typeface="Aptos"/>
                <a:ea typeface="新細明體"/>
              </a:rPr>
              <a:t>&lt;編號&gt;</a:t>
            </a:fld>
            <a:endParaRPr lang="en-US" sz="1800" b="0" u="none" strike="noStrike">
              <a:solidFill>
                <a:srgbClr val="FFFFFF"/>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sldImg"/>
          </p:nvPr>
        </p:nvSpPr>
        <p:spPr>
          <a:xfrm>
            <a:off x="422280" y="1241280"/>
            <a:ext cx="5952960" cy="3349800"/>
          </a:xfrm>
          <a:prstGeom prst="rect">
            <a:avLst/>
          </a:prstGeom>
          <a:ln w="0">
            <a:noFill/>
          </a:ln>
        </p:spPr>
      </p:sp>
      <p:sp>
        <p:nvSpPr>
          <p:cNvPr id="243" name="PlaceHolder 2"/>
          <p:cNvSpPr>
            <a:spLocks noGrp="1"/>
          </p:cNvSpPr>
          <p:nvPr>
            <p:ph type="body"/>
          </p:nvPr>
        </p:nvSpPr>
        <p:spPr>
          <a:xfrm>
            <a:off x="679680" y="4777920"/>
            <a:ext cx="5438160" cy="3909240"/>
          </a:xfrm>
          <a:prstGeom prst="rect">
            <a:avLst/>
          </a:prstGeom>
          <a:noFill/>
          <a:ln w="19080">
            <a:noFill/>
          </a:ln>
        </p:spPr>
        <p:txBody>
          <a:bodyPr lIns="91440" tIns="45720" rIns="91440" bIns="45720" anchor="t">
            <a:noAutofit/>
          </a:bodyPr>
          <a:p>
            <a:pPr indent="0" algn="l">
              <a:buNone/>
            </a:pPr>
            <a:endParaRPr lang="en-US" sz="2000" b="0" u="none" strike="noStrike">
              <a:solidFill>
                <a:srgbClr val="FFFFFF"/>
              </a:solidFill>
              <a:effectLst/>
              <a:uFillTx/>
              <a:latin typeface="Arial"/>
            </a:endParaRPr>
          </a:p>
        </p:txBody>
      </p:sp>
      <p:sp>
        <p:nvSpPr>
          <p:cNvPr id="244" name="投影片編號版面配置區 3"/>
          <p:cNvSpPr txBox="1"/>
          <p:nvPr/>
        </p:nvSpPr>
        <p:spPr>
          <a:xfrm>
            <a:off x="3850560" y="9430200"/>
            <a:ext cx="2945520" cy="498240"/>
          </a:xfrm>
          <a:prstGeom prst="rect">
            <a:avLst/>
          </a:prstGeom>
          <a:noFill/>
          <a:ln w="0">
            <a:noFill/>
          </a:ln>
        </p:spPr>
        <p:txBody>
          <a:bodyPr anchor="b">
            <a:noAutofit/>
          </a:bodyPr>
          <a:p>
            <a:pPr algn="r">
              <a:lnSpc>
                <a:spcPct val="100000"/>
              </a:lnSpc>
            </a:pPr>
            <a:fld id="{1275B703-758F-46D9-B2FC-AD1ABB0882FD}" type="slidenum">
              <a:rPr lang="en-US" sz="1800" b="0" u="none" strike="noStrike">
                <a:solidFill>
                  <a:srgbClr val="000000"/>
                </a:solidFill>
                <a:effectLst/>
                <a:uFillTx/>
                <a:latin typeface="Aptos"/>
                <a:ea typeface="新細明體"/>
              </a:rPr>
              <a:t>&lt;編號&gt;</a:t>
            </a:fld>
            <a:endParaRPr lang="en-US" sz="1800" b="0" u="none" strike="noStrike">
              <a:solidFill>
                <a:srgbClr val="FFFFFF"/>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sldImg"/>
          </p:nvPr>
        </p:nvSpPr>
        <p:spPr>
          <a:xfrm>
            <a:off x="422280" y="1241280"/>
            <a:ext cx="5952960" cy="3349800"/>
          </a:xfrm>
          <a:prstGeom prst="rect">
            <a:avLst/>
          </a:prstGeom>
          <a:ln w="0">
            <a:noFill/>
          </a:ln>
        </p:spPr>
      </p:sp>
      <p:sp>
        <p:nvSpPr>
          <p:cNvPr id="246" name="PlaceHolder 2"/>
          <p:cNvSpPr>
            <a:spLocks noGrp="1"/>
          </p:cNvSpPr>
          <p:nvPr>
            <p:ph type="body"/>
          </p:nvPr>
        </p:nvSpPr>
        <p:spPr>
          <a:xfrm>
            <a:off x="679680" y="4777920"/>
            <a:ext cx="5438160" cy="3909240"/>
          </a:xfrm>
          <a:prstGeom prst="rect">
            <a:avLst/>
          </a:prstGeom>
          <a:noFill/>
          <a:ln w="19080">
            <a:noFill/>
          </a:ln>
        </p:spPr>
        <p:txBody>
          <a:bodyPr lIns="91440" tIns="45720" rIns="91440" bIns="45720" anchor="t">
            <a:noAutofit/>
          </a:bodyPr>
          <a:p>
            <a:pPr indent="0" algn="l">
              <a:buNone/>
            </a:pPr>
            <a:endParaRPr lang="en-US" sz="2000" b="0" u="none" strike="noStrike">
              <a:solidFill>
                <a:srgbClr val="FFFFFF"/>
              </a:solidFill>
              <a:effectLst/>
              <a:uFillTx/>
              <a:latin typeface="Arial"/>
            </a:endParaRPr>
          </a:p>
        </p:txBody>
      </p:sp>
      <p:sp>
        <p:nvSpPr>
          <p:cNvPr id="247" name="投影片編號版面配置區 3"/>
          <p:cNvSpPr txBox="1"/>
          <p:nvPr/>
        </p:nvSpPr>
        <p:spPr>
          <a:xfrm>
            <a:off x="3850560" y="9430200"/>
            <a:ext cx="2945520" cy="498240"/>
          </a:xfrm>
          <a:prstGeom prst="rect">
            <a:avLst/>
          </a:prstGeom>
          <a:noFill/>
          <a:ln w="0">
            <a:noFill/>
          </a:ln>
        </p:spPr>
        <p:txBody>
          <a:bodyPr anchor="b">
            <a:noAutofit/>
          </a:bodyPr>
          <a:p>
            <a:pPr algn="r">
              <a:lnSpc>
                <a:spcPct val="100000"/>
              </a:lnSpc>
            </a:pPr>
            <a:fld id="{227E25F4-CF51-4C91-9A39-970A6BA9F50F}" type="slidenum">
              <a:rPr lang="en-US" sz="1800" b="0" u="none" strike="noStrike">
                <a:solidFill>
                  <a:srgbClr val="000000"/>
                </a:solidFill>
                <a:effectLst/>
                <a:uFillTx/>
                <a:latin typeface="Aptos"/>
                <a:ea typeface="新細明體"/>
              </a:rPr>
              <a:t>&lt;編號&gt;</a:t>
            </a:fld>
            <a:endParaRPr lang="en-US" sz="1800" b="0" u="none" strike="noStrike">
              <a:solidFill>
                <a:srgbClr val="FFFFFF"/>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PlaceHolder 1"/>
          <p:cNvSpPr>
            <a:spLocks noGrp="1"/>
          </p:cNvSpPr>
          <p:nvPr>
            <p:ph type="sldImg"/>
          </p:nvPr>
        </p:nvSpPr>
        <p:spPr>
          <a:xfrm>
            <a:off x="422280" y="1241280"/>
            <a:ext cx="5952960" cy="3349800"/>
          </a:xfrm>
          <a:prstGeom prst="rect">
            <a:avLst/>
          </a:prstGeom>
          <a:ln w="0">
            <a:noFill/>
          </a:ln>
        </p:spPr>
      </p:sp>
      <p:sp>
        <p:nvSpPr>
          <p:cNvPr id="249" name="PlaceHolder 2"/>
          <p:cNvSpPr>
            <a:spLocks noGrp="1"/>
          </p:cNvSpPr>
          <p:nvPr>
            <p:ph type="body"/>
          </p:nvPr>
        </p:nvSpPr>
        <p:spPr>
          <a:xfrm>
            <a:off x="679680" y="4777920"/>
            <a:ext cx="5438160" cy="3909240"/>
          </a:xfrm>
          <a:prstGeom prst="rect">
            <a:avLst/>
          </a:prstGeom>
          <a:noFill/>
          <a:ln w="19080">
            <a:noFill/>
          </a:ln>
        </p:spPr>
        <p:txBody>
          <a:bodyPr lIns="91440" tIns="45720" rIns="91440" bIns="45720" anchor="t">
            <a:noAutofit/>
          </a:bodyPr>
          <a:p>
            <a:pPr indent="0" algn="l">
              <a:buNone/>
            </a:pPr>
            <a:endParaRPr lang="en-US" sz="2000" b="0" u="none" strike="noStrike">
              <a:solidFill>
                <a:srgbClr val="FFFFFF"/>
              </a:solidFill>
              <a:effectLst/>
              <a:uFillTx/>
              <a:latin typeface="Arial"/>
            </a:endParaRPr>
          </a:p>
        </p:txBody>
      </p:sp>
      <p:sp>
        <p:nvSpPr>
          <p:cNvPr id="250" name="投影片編號版面配置區 3"/>
          <p:cNvSpPr txBox="1"/>
          <p:nvPr/>
        </p:nvSpPr>
        <p:spPr>
          <a:xfrm>
            <a:off x="3850560" y="9430200"/>
            <a:ext cx="2945520" cy="498240"/>
          </a:xfrm>
          <a:prstGeom prst="rect">
            <a:avLst/>
          </a:prstGeom>
          <a:noFill/>
          <a:ln w="0">
            <a:noFill/>
          </a:ln>
        </p:spPr>
        <p:txBody>
          <a:bodyPr anchor="b">
            <a:noAutofit/>
          </a:bodyPr>
          <a:p>
            <a:pPr algn="r">
              <a:lnSpc>
                <a:spcPct val="100000"/>
              </a:lnSpc>
            </a:pPr>
            <a:fld id="{6C0C63B4-4778-4243-9187-497969F1F46B}" type="slidenum">
              <a:rPr lang="en-US" sz="1200" b="0" u="none" strike="noStrike">
                <a:solidFill>
                  <a:srgbClr val="000000"/>
                </a:solidFill>
                <a:effectLst/>
                <a:uFillTx/>
                <a:latin typeface="Calibri"/>
                <a:ea typeface="新細明體"/>
              </a:rPr>
              <a:t>&lt;編號&gt;</a:t>
            </a:fld>
            <a:endParaRPr lang="en-US" sz="1200" b="0" u="none" strike="noStrike">
              <a:solidFill>
                <a:srgbClr val="FFFFFF"/>
              </a:solidFill>
              <a:effectLst/>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sldImg"/>
          </p:nvPr>
        </p:nvSpPr>
        <p:spPr>
          <a:xfrm>
            <a:off x="422280" y="1241280"/>
            <a:ext cx="5952960" cy="3349800"/>
          </a:xfrm>
          <a:prstGeom prst="rect">
            <a:avLst/>
          </a:prstGeom>
          <a:ln w="0">
            <a:noFill/>
          </a:ln>
        </p:spPr>
      </p:sp>
      <p:sp>
        <p:nvSpPr>
          <p:cNvPr id="252" name="PlaceHolder 2"/>
          <p:cNvSpPr>
            <a:spLocks noGrp="1"/>
          </p:cNvSpPr>
          <p:nvPr>
            <p:ph type="body"/>
          </p:nvPr>
        </p:nvSpPr>
        <p:spPr>
          <a:xfrm>
            <a:off x="679680" y="4777920"/>
            <a:ext cx="5438160" cy="3909240"/>
          </a:xfrm>
          <a:prstGeom prst="rect">
            <a:avLst/>
          </a:prstGeom>
          <a:noFill/>
          <a:ln w="19080">
            <a:noFill/>
          </a:ln>
        </p:spPr>
        <p:txBody>
          <a:bodyPr lIns="91440" tIns="45720" rIns="91440" bIns="45720" anchor="t">
            <a:noAutofit/>
          </a:bodyPr>
          <a:p>
            <a:pPr indent="0" algn="l">
              <a:buNone/>
            </a:pPr>
            <a:endParaRPr lang="en-US" sz="2000" b="0" u="none" strike="noStrike">
              <a:solidFill>
                <a:srgbClr val="FFFFFF"/>
              </a:solidFill>
              <a:effectLst/>
              <a:uFillTx/>
              <a:latin typeface="Arial"/>
            </a:endParaRPr>
          </a:p>
        </p:txBody>
      </p:sp>
      <p:sp>
        <p:nvSpPr>
          <p:cNvPr id="253" name="投影片編號版面配置區 3"/>
          <p:cNvSpPr txBox="1"/>
          <p:nvPr/>
        </p:nvSpPr>
        <p:spPr>
          <a:xfrm>
            <a:off x="3850560" y="9430200"/>
            <a:ext cx="2945520" cy="498240"/>
          </a:xfrm>
          <a:prstGeom prst="rect">
            <a:avLst/>
          </a:prstGeom>
          <a:noFill/>
          <a:ln w="0">
            <a:noFill/>
          </a:ln>
        </p:spPr>
        <p:txBody>
          <a:bodyPr anchor="b">
            <a:noAutofit/>
          </a:bodyPr>
          <a:p>
            <a:pPr algn="r">
              <a:lnSpc>
                <a:spcPct val="100000"/>
              </a:lnSpc>
            </a:pPr>
            <a:fld id="{4E640649-7569-40BD-9DE0-3D30A35BB8E1}" type="slidenum">
              <a:rPr lang="en-US" sz="1200" b="0" u="none" strike="noStrike">
                <a:solidFill>
                  <a:srgbClr val="000000"/>
                </a:solidFill>
                <a:effectLst/>
                <a:uFillTx/>
                <a:latin typeface="Calibri"/>
                <a:ea typeface="新細明體"/>
              </a:rPr>
              <a:t>&lt;編號&gt;</a:t>
            </a:fld>
            <a:endParaRPr lang="en-US" sz="1200" b="0" u="none" strike="noStrike">
              <a:solidFill>
                <a:srgbClr val="FFFFFF"/>
              </a:solidFill>
              <a:effectLst/>
              <a:uFillTx/>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PlaceHolder 1"/>
          <p:cNvSpPr>
            <a:spLocks noGrp="1"/>
          </p:cNvSpPr>
          <p:nvPr>
            <p:ph type="sldImg"/>
          </p:nvPr>
        </p:nvSpPr>
        <p:spPr>
          <a:xfrm>
            <a:off x="422280" y="1241280"/>
            <a:ext cx="5952960" cy="3349800"/>
          </a:xfrm>
          <a:prstGeom prst="rect">
            <a:avLst/>
          </a:prstGeom>
          <a:ln w="0">
            <a:noFill/>
          </a:ln>
        </p:spPr>
      </p:sp>
      <p:sp>
        <p:nvSpPr>
          <p:cNvPr id="255" name="PlaceHolder 2"/>
          <p:cNvSpPr>
            <a:spLocks noGrp="1"/>
          </p:cNvSpPr>
          <p:nvPr>
            <p:ph type="body"/>
          </p:nvPr>
        </p:nvSpPr>
        <p:spPr>
          <a:xfrm>
            <a:off x="679680" y="4777920"/>
            <a:ext cx="5438160" cy="3909240"/>
          </a:xfrm>
          <a:prstGeom prst="rect">
            <a:avLst/>
          </a:prstGeom>
          <a:noFill/>
          <a:ln w="19080">
            <a:noFill/>
          </a:ln>
        </p:spPr>
        <p:txBody>
          <a:bodyPr lIns="91440" tIns="45720" rIns="91440" bIns="45720" anchor="t">
            <a:noAutofit/>
          </a:bodyPr>
          <a:p>
            <a:pPr indent="0" algn="l">
              <a:buNone/>
            </a:pPr>
            <a:endParaRPr lang="en-US" sz="2000" b="0" u="none" strike="noStrike">
              <a:solidFill>
                <a:srgbClr val="FFFFFF"/>
              </a:solidFill>
              <a:effectLst/>
              <a:uFillTx/>
              <a:latin typeface="Arial"/>
            </a:endParaRPr>
          </a:p>
        </p:txBody>
      </p:sp>
      <p:sp>
        <p:nvSpPr>
          <p:cNvPr id="256" name="投影片編號版面配置區 3"/>
          <p:cNvSpPr txBox="1"/>
          <p:nvPr/>
        </p:nvSpPr>
        <p:spPr>
          <a:xfrm>
            <a:off x="3850560" y="9430200"/>
            <a:ext cx="2945520" cy="498240"/>
          </a:xfrm>
          <a:prstGeom prst="rect">
            <a:avLst/>
          </a:prstGeom>
          <a:noFill/>
          <a:ln w="0">
            <a:noFill/>
          </a:ln>
        </p:spPr>
        <p:txBody>
          <a:bodyPr anchor="b">
            <a:noAutofit/>
          </a:bodyPr>
          <a:p>
            <a:pPr algn="r">
              <a:lnSpc>
                <a:spcPct val="100000"/>
              </a:lnSpc>
            </a:pPr>
            <a:fld id="{CC5D9BC3-1666-487F-9638-E3AC70C73475}" type="slidenum">
              <a:rPr lang="en-US" sz="1200" b="0" u="none" strike="noStrike">
                <a:solidFill>
                  <a:srgbClr val="000000"/>
                </a:solidFill>
                <a:effectLst/>
                <a:uFillTx/>
                <a:latin typeface="Calibri"/>
                <a:ea typeface="新細明體"/>
              </a:rPr>
              <a:t>&lt;編號&gt;</a:t>
            </a:fld>
            <a:endParaRPr lang="en-US" sz="1200" b="0" u="none" strike="noStrike">
              <a:solidFill>
                <a:srgbClr val="FFFFFF"/>
              </a:solidFill>
              <a:effectLst/>
              <a:uFillTx/>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sldImg"/>
          </p:nvPr>
        </p:nvSpPr>
        <p:spPr>
          <a:xfrm>
            <a:off x="422280" y="1241280"/>
            <a:ext cx="5952960" cy="3349800"/>
          </a:xfrm>
          <a:prstGeom prst="rect">
            <a:avLst/>
          </a:prstGeom>
          <a:ln w="0">
            <a:noFill/>
          </a:ln>
        </p:spPr>
      </p:sp>
      <p:sp>
        <p:nvSpPr>
          <p:cNvPr id="258" name="PlaceHolder 2"/>
          <p:cNvSpPr>
            <a:spLocks noGrp="1"/>
          </p:cNvSpPr>
          <p:nvPr>
            <p:ph type="body"/>
          </p:nvPr>
        </p:nvSpPr>
        <p:spPr>
          <a:xfrm>
            <a:off x="679680" y="4777920"/>
            <a:ext cx="5438160" cy="3909240"/>
          </a:xfrm>
          <a:prstGeom prst="rect">
            <a:avLst/>
          </a:prstGeom>
          <a:noFill/>
          <a:ln w="19080">
            <a:noFill/>
          </a:ln>
        </p:spPr>
        <p:txBody>
          <a:bodyPr lIns="91440" tIns="45720" rIns="91440" bIns="45720" anchor="t">
            <a:noAutofit/>
          </a:bodyPr>
          <a:p>
            <a:pPr indent="0" algn="l">
              <a:buNone/>
            </a:pPr>
            <a:endParaRPr lang="en-US" sz="2000" b="0" u="none" strike="noStrike">
              <a:solidFill>
                <a:srgbClr val="FFFFFF"/>
              </a:solidFill>
              <a:effectLst/>
              <a:uFillTx/>
              <a:latin typeface="Arial"/>
            </a:endParaRPr>
          </a:p>
        </p:txBody>
      </p:sp>
      <p:sp>
        <p:nvSpPr>
          <p:cNvPr id="259" name="投影片編號版面配置區 3"/>
          <p:cNvSpPr txBox="1"/>
          <p:nvPr/>
        </p:nvSpPr>
        <p:spPr>
          <a:xfrm>
            <a:off x="3850560" y="9430200"/>
            <a:ext cx="2945520" cy="498240"/>
          </a:xfrm>
          <a:prstGeom prst="rect">
            <a:avLst/>
          </a:prstGeom>
          <a:noFill/>
          <a:ln w="0">
            <a:noFill/>
          </a:ln>
        </p:spPr>
        <p:txBody>
          <a:bodyPr anchor="b">
            <a:noAutofit/>
          </a:bodyPr>
          <a:p>
            <a:pPr algn="r">
              <a:lnSpc>
                <a:spcPct val="100000"/>
              </a:lnSpc>
            </a:pPr>
            <a:fld id="{74235C0C-2B02-4829-8B59-9C58D0ED7FEA}" type="slidenum">
              <a:rPr lang="en-US" sz="1200" b="0" u="none" strike="noStrike">
                <a:solidFill>
                  <a:srgbClr val="000000"/>
                </a:solidFill>
                <a:effectLst/>
                <a:uFillTx/>
                <a:latin typeface="Calibri"/>
                <a:ea typeface="新細明體"/>
              </a:rPr>
              <a:t>&lt;編號&gt;</a:t>
            </a:fld>
            <a:endParaRPr lang="en-US" sz="1200" b="0" u="none" strike="noStrike">
              <a:solidFill>
                <a:srgbClr val="FFFFFF"/>
              </a:solidFill>
              <a:effectLst/>
              <a:uFillTx/>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sldImg"/>
          </p:nvPr>
        </p:nvSpPr>
        <p:spPr>
          <a:xfrm>
            <a:off x="422280" y="1241280"/>
            <a:ext cx="5952960" cy="3349800"/>
          </a:xfrm>
          <a:prstGeom prst="rect">
            <a:avLst/>
          </a:prstGeom>
          <a:ln w="0">
            <a:noFill/>
          </a:ln>
        </p:spPr>
      </p:sp>
      <p:sp>
        <p:nvSpPr>
          <p:cNvPr id="261" name="PlaceHolder 2"/>
          <p:cNvSpPr>
            <a:spLocks noGrp="1"/>
          </p:cNvSpPr>
          <p:nvPr>
            <p:ph type="body"/>
          </p:nvPr>
        </p:nvSpPr>
        <p:spPr>
          <a:xfrm>
            <a:off x="679680" y="4777920"/>
            <a:ext cx="5438160" cy="3909240"/>
          </a:xfrm>
          <a:prstGeom prst="rect">
            <a:avLst/>
          </a:prstGeom>
          <a:noFill/>
          <a:ln w="19080">
            <a:noFill/>
          </a:ln>
        </p:spPr>
        <p:txBody>
          <a:bodyPr lIns="91440" tIns="45720" rIns="91440" bIns="45720" anchor="t">
            <a:noAutofit/>
          </a:bodyPr>
          <a:p>
            <a:pPr indent="0" algn="l">
              <a:buNone/>
            </a:pPr>
            <a:endParaRPr lang="en-US" sz="2000" b="0" u="none" strike="noStrike">
              <a:solidFill>
                <a:srgbClr val="FFFFFF"/>
              </a:solidFill>
              <a:effectLst/>
              <a:uFillTx/>
              <a:latin typeface="Arial"/>
            </a:endParaRPr>
          </a:p>
        </p:txBody>
      </p:sp>
      <p:sp>
        <p:nvSpPr>
          <p:cNvPr id="262" name="投影片編號版面配置區 3"/>
          <p:cNvSpPr txBox="1"/>
          <p:nvPr/>
        </p:nvSpPr>
        <p:spPr>
          <a:xfrm>
            <a:off x="3850560" y="9430200"/>
            <a:ext cx="2945520" cy="498240"/>
          </a:xfrm>
          <a:prstGeom prst="rect">
            <a:avLst/>
          </a:prstGeom>
          <a:noFill/>
          <a:ln w="0">
            <a:noFill/>
          </a:ln>
        </p:spPr>
        <p:txBody>
          <a:bodyPr anchor="b">
            <a:noAutofit/>
          </a:bodyPr>
          <a:p>
            <a:pPr algn="r">
              <a:lnSpc>
                <a:spcPct val="100000"/>
              </a:lnSpc>
            </a:pPr>
            <a:fld id="{9C5E967E-A034-4703-A952-FF0BD23F9D44}" type="slidenum">
              <a:rPr lang="en-US" sz="1200" b="0" u="none" strike="noStrike">
                <a:solidFill>
                  <a:srgbClr val="000000"/>
                </a:solidFill>
                <a:effectLst/>
                <a:uFillTx/>
                <a:latin typeface="Calibri"/>
                <a:ea typeface="新細明體"/>
              </a:rPr>
              <a:t>&lt;編號&gt;</a:t>
            </a:fld>
            <a:endParaRPr lang="en-US" sz="1200" b="0" u="none" strike="noStrike">
              <a:solidFill>
                <a:srgbClr val="FFFFFF"/>
              </a:solidFill>
              <a:effectLst/>
              <a:uFillTx/>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type="sldImg"/>
          </p:nvPr>
        </p:nvSpPr>
        <p:spPr>
          <a:xfrm>
            <a:off x="422280" y="1241280"/>
            <a:ext cx="5952960" cy="3349800"/>
          </a:xfrm>
          <a:prstGeom prst="rect">
            <a:avLst/>
          </a:prstGeom>
          <a:ln w="0">
            <a:noFill/>
          </a:ln>
        </p:spPr>
      </p:sp>
      <p:sp>
        <p:nvSpPr>
          <p:cNvPr id="264" name="PlaceHolder 2"/>
          <p:cNvSpPr>
            <a:spLocks noGrp="1"/>
          </p:cNvSpPr>
          <p:nvPr>
            <p:ph type="body"/>
          </p:nvPr>
        </p:nvSpPr>
        <p:spPr>
          <a:xfrm>
            <a:off x="679680" y="4777920"/>
            <a:ext cx="5438160" cy="3909240"/>
          </a:xfrm>
          <a:prstGeom prst="rect">
            <a:avLst/>
          </a:prstGeom>
          <a:noFill/>
          <a:ln w="19080">
            <a:noFill/>
          </a:ln>
        </p:spPr>
        <p:txBody>
          <a:bodyPr lIns="91440" tIns="45720" rIns="91440" bIns="45720" anchor="t">
            <a:noAutofit/>
          </a:bodyPr>
          <a:p>
            <a:pPr indent="0" algn="l">
              <a:buNone/>
            </a:pPr>
            <a:endParaRPr lang="en-US" sz="2000" b="0" u="none" strike="noStrike">
              <a:solidFill>
                <a:srgbClr val="FFFFFF"/>
              </a:solidFill>
              <a:effectLst/>
              <a:uFillTx/>
              <a:latin typeface="Arial"/>
            </a:endParaRPr>
          </a:p>
        </p:txBody>
      </p:sp>
      <p:sp>
        <p:nvSpPr>
          <p:cNvPr id="265" name="投影片編號版面配置區 3"/>
          <p:cNvSpPr txBox="1"/>
          <p:nvPr/>
        </p:nvSpPr>
        <p:spPr>
          <a:xfrm>
            <a:off x="3850560" y="9430200"/>
            <a:ext cx="2945520" cy="498240"/>
          </a:xfrm>
          <a:prstGeom prst="rect">
            <a:avLst/>
          </a:prstGeom>
          <a:noFill/>
          <a:ln w="0">
            <a:noFill/>
          </a:ln>
        </p:spPr>
        <p:txBody>
          <a:bodyPr anchor="b">
            <a:noAutofit/>
          </a:bodyPr>
          <a:p>
            <a:pPr algn="r">
              <a:lnSpc>
                <a:spcPct val="100000"/>
              </a:lnSpc>
            </a:pPr>
            <a:fld id="{2681A6ED-781C-43E4-8DEF-5085D2B973B6}" type="slidenum">
              <a:rPr lang="en-US" sz="1800" b="0" u="none" strike="noStrike">
                <a:solidFill>
                  <a:srgbClr val="000000"/>
                </a:solidFill>
                <a:effectLst/>
                <a:uFillTx/>
                <a:latin typeface="Aptos"/>
                <a:ea typeface="新細明體"/>
              </a:rPr>
              <a:t>&lt;編號&gt;</a:t>
            </a:fld>
            <a:endParaRPr lang="en-US" sz="1800" b="0" u="none" strike="noStrike">
              <a:solidFill>
                <a:srgbClr val="FFFFFF"/>
              </a:solidFill>
              <a:effectLst/>
              <a:uFillTx/>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PlaceHolder 1"/>
          <p:cNvSpPr>
            <a:spLocks noGrp="1"/>
          </p:cNvSpPr>
          <p:nvPr>
            <p:ph type="sldImg"/>
          </p:nvPr>
        </p:nvSpPr>
        <p:spPr>
          <a:xfrm>
            <a:off x="422280" y="1241280"/>
            <a:ext cx="5952960" cy="3349800"/>
          </a:xfrm>
          <a:prstGeom prst="rect">
            <a:avLst/>
          </a:prstGeom>
          <a:ln w="0">
            <a:noFill/>
          </a:ln>
        </p:spPr>
      </p:sp>
      <p:sp>
        <p:nvSpPr>
          <p:cNvPr id="267" name="PlaceHolder 2"/>
          <p:cNvSpPr>
            <a:spLocks noGrp="1"/>
          </p:cNvSpPr>
          <p:nvPr>
            <p:ph type="body"/>
          </p:nvPr>
        </p:nvSpPr>
        <p:spPr>
          <a:xfrm>
            <a:off x="679680" y="4777920"/>
            <a:ext cx="5438160" cy="3909240"/>
          </a:xfrm>
          <a:prstGeom prst="rect">
            <a:avLst/>
          </a:prstGeom>
          <a:noFill/>
          <a:ln w="19080">
            <a:noFill/>
          </a:ln>
        </p:spPr>
        <p:txBody>
          <a:bodyPr lIns="91440" tIns="45720" rIns="91440" bIns="45720" anchor="t">
            <a:noAutofit/>
          </a:bodyPr>
          <a:p>
            <a:pPr indent="0" algn="l">
              <a:buNone/>
            </a:pPr>
            <a:endParaRPr lang="en-US" sz="2000" b="0" u="none" strike="noStrike">
              <a:solidFill>
                <a:srgbClr val="FFFFFF"/>
              </a:solidFill>
              <a:effectLst/>
              <a:uFillTx/>
              <a:latin typeface="Arial"/>
            </a:endParaRPr>
          </a:p>
        </p:txBody>
      </p:sp>
      <p:sp>
        <p:nvSpPr>
          <p:cNvPr id="268" name="投影片編號版面配置區 3"/>
          <p:cNvSpPr txBox="1"/>
          <p:nvPr/>
        </p:nvSpPr>
        <p:spPr>
          <a:xfrm>
            <a:off x="3850560" y="9430200"/>
            <a:ext cx="2945520" cy="498240"/>
          </a:xfrm>
          <a:prstGeom prst="rect">
            <a:avLst/>
          </a:prstGeom>
          <a:noFill/>
          <a:ln w="0">
            <a:noFill/>
          </a:ln>
        </p:spPr>
        <p:txBody>
          <a:bodyPr anchor="b">
            <a:noAutofit/>
          </a:bodyPr>
          <a:p>
            <a:pPr algn="r">
              <a:lnSpc>
                <a:spcPct val="100000"/>
              </a:lnSpc>
            </a:pPr>
            <a:fld id="{EA0BB913-B11E-4046-B460-6E236E8EFB21}" type="slidenum">
              <a:rPr lang="en-US" sz="1200" b="0" u="none" strike="noStrike">
                <a:solidFill>
                  <a:srgbClr val="000000"/>
                </a:solidFill>
                <a:effectLst/>
                <a:uFillTx/>
                <a:latin typeface="Calibri"/>
                <a:ea typeface="新細明體"/>
              </a:rPr>
              <a:t>&lt;編號&gt;</a:t>
            </a:fld>
            <a:endParaRPr lang="en-US" sz="1200" b="0" u="none" strike="noStrike">
              <a:solidFill>
                <a:srgbClr val="FFFFFF"/>
              </a:solidFill>
              <a:effectLst/>
              <a:uFillTx/>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PlaceHolder 1"/>
          <p:cNvSpPr>
            <a:spLocks noGrp="1"/>
          </p:cNvSpPr>
          <p:nvPr>
            <p:ph type="sldImg"/>
          </p:nvPr>
        </p:nvSpPr>
        <p:spPr>
          <a:xfrm>
            <a:off x="422280" y="1241280"/>
            <a:ext cx="5952960" cy="3349800"/>
          </a:xfrm>
          <a:prstGeom prst="rect">
            <a:avLst/>
          </a:prstGeom>
          <a:ln w="0">
            <a:noFill/>
          </a:ln>
        </p:spPr>
      </p:sp>
      <p:sp>
        <p:nvSpPr>
          <p:cNvPr id="270" name="PlaceHolder 2"/>
          <p:cNvSpPr>
            <a:spLocks noGrp="1"/>
          </p:cNvSpPr>
          <p:nvPr>
            <p:ph type="body"/>
          </p:nvPr>
        </p:nvSpPr>
        <p:spPr>
          <a:xfrm>
            <a:off x="679680" y="4777920"/>
            <a:ext cx="5438160" cy="3909240"/>
          </a:xfrm>
          <a:prstGeom prst="rect">
            <a:avLst/>
          </a:prstGeom>
          <a:noFill/>
          <a:ln w="19080">
            <a:noFill/>
          </a:ln>
        </p:spPr>
        <p:txBody>
          <a:bodyPr lIns="91440" tIns="45720" rIns="91440" bIns="45720" anchor="t">
            <a:noAutofit/>
          </a:bodyPr>
          <a:p>
            <a:pPr indent="0" algn="l">
              <a:buNone/>
            </a:pPr>
            <a:endParaRPr lang="en-US" sz="2000" b="0" u="none" strike="noStrike">
              <a:solidFill>
                <a:srgbClr val="FFFFFF"/>
              </a:solidFill>
              <a:effectLst/>
              <a:uFillTx/>
              <a:latin typeface="Arial"/>
            </a:endParaRPr>
          </a:p>
        </p:txBody>
      </p:sp>
      <p:sp>
        <p:nvSpPr>
          <p:cNvPr id="271" name="投影片編號版面配置區 3"/>
          <p:cNvSpPr txBox="1"/>
          <p:nvPr/>
        </p:nvSpPr>
        <p:spPr>
          <a:xfrm>
            <a:off x="3850560" y="9430200"/>
            <a:ext cx="2945520" cy="498240"/>
          </a:xfrm>
          <a:prstGeom prst="rect">
            <a:avLst/>
          </a:prstGeom>
          <a:noFill/>
          <a:ln w="0">
            <a:noFill/>
          </a:ln>
        </p:spPr>
        <p:txBody>
          <a:bodyPr anchor="b">
            <a:noAutofit/>
          </a:bodyPr>
          <a:p>
            <a:pPr algn="r">
              <a:lnSpc>
                <a:spcPct val="100000"/>
              </a:lnSpc>
            </a:pPr>
            <a:fld id="{4D145F41-6267-43E5-9D53-D732072B304E}" type="slidenum">
              <a:rPr lang="en-US" sz="1200" b="0" u="none" strike="noStrike">
                <a:solidFill>
                  <a:srgbClr val="000000"/>
                </a:solidFill>
                <a:effectLst/>
                <a:uFillTx/>
                <a:latin typeface="Calibri"/>
                <a:ea typeface="新細明體"/>
              </a:rPr>
              <a:t>&lt;編號&gt;</a:t>
            </a:fld>
            <a:endParaRPr lang="en-US" sz="1200" b="0" u="none" strike="noStrike">
              <a:solidFill>
                <a:srgbClr val="FFFFFF"/>
              </a:solidFill>
              <a:effectLst/>
              <a:uFillTx/>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sldImg"/>
          </p:nvPr>
        </p:nvSpPr>
        <p:spPr>
          <a:xfrm>
            <a:off x="422280" y="1241280"/>
            <a:ext cx="5952960" cy="3349800"/>
          </a:xfrm>
          <a:prstGeom prst="rect">
            <a:avLst/>
          </a:prstGeom>
          <a:ln w="0">
            <a:noFill/>
          </a:ln>
        </p:spPr>
      </p:sp>
      <p:sp>
        <p:nvSpPr>
          <p:cNvPr id="273" name="PlaceHolder 2"/>
          <p:cNvSpPr>
            <a:spLocks noGrp="1"/>
          </p:cNvSpPr>
          <p:nvPr>
            <p:ph type="body"/>
          </p:nvPr>
        </p:nvSpPr>
        <p:spPr>
          <a:xfrm>
            <a:off x="679680" y="4777920"/>
            <a:ext cx="5438160" cy="3909240"/>
          </a:xfrm>
          <a:prstGeom prst="rect">
            <a:avLst/>
          </a:prstGeom>
          <a:noFill/>
          <a:ln w="19080">
            <a:noFill/>
          </a:ln>
        </p:spPr>
        <p:txBody>
          <a:bodyPr lIns="91440" tIns="45720" rIns="91440" bIns="45720" anchor="t">
            <a:noAutofit/>
          </a:bodyPr>
          <a:p>
            <a:pPr indent="0" algn="l">
              <a:buNone/>
            </a:pPr>
            <a:endParaRPr lang="en-US" sz="2000" b="0" u="none" strike="noStrike">
              <a:solidFill>
                <a:srgbClr val="FFFFFF"/>
              </a:solidFill>
              <a:effectLst/>
              <a:uFillTx/>
              <a:latin typeface="Arial"/>
            </a:endParaRPr>
          </a:p>
        </p:txBody>
      </p:sp>
      <p:sp>
        <p:nvSpPr>
          <p:cNvPr id="274" name="投影片編號版面配置區 3"/>
          <p:cNvSpPr txBox="1"/>
          <p:nvPr/>
        </p:nvSpPr>
        <p:spPr>
          <a:xfrm>
            <a:off x="3850560" y="9430200"/>
            <a:ext cx="2945520" cy="498240"/>
          </a:xfrm>
          <a:prstGeom prst="rect">
            <a:avLst/>
          </a:prstGeom>
          <a:noFill/>
          <a:ln w="0">
            <a:noFill/>
          </a:ln>
        </p:spPr>
        <p:txBody>
          <a:bodyPr anchor="b">
            <a:noAutofit/>
          </a:bodyPr>
          <a:p>
            <a:pPr algn="r">
              <a:lnSpc>
                <a:spcPct val="100000"/>
              </a:lnSpc>
            </a:pPr>
            <a:fld id="{C913AF62-D1C7-4825-BA33-38262BD0655A}" type="slidenum">
              <a:rPr lang="en-US" sz="1200" b="0" u="none" strike="noStrike">
                <a:solidFill>
                  <a:srgbClr val="000000"/>
                </a:solidFill>
                <a:effectLst/>
                <a:uFillTx/>
                <a:latin typeface="Calibri"/>
                <a:ea typeface="新細明體"/>
              </a:rPr>
              <a:t>&lt;編號&gt;</a:t>
            </a:fld>
            <a:endParaRPr lang="en-US" sz="1200" b="0" u="none" strike="noStrike">
              <a:solidFill>
                <a:srgbClr val="FFFFFF"/>
              </a:solidFill>
              <a:effectLst/>
              <a:uFillTx/>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PlaceHolder 1"/>
          <p:cNvSpPr>
            <a:spLocks noGrp="1"/>
          </p:cNvSpPr>
          <p:nvPr>
            <p:ph type="sldImg"/>
          </p:nvPr>
        </p:nvSpPr>
        <p:spPr>
          <a:xfrm>
            <a:off x="422280" y="1241280"/>
            <a:ext cx="5952960" cy="3349800"/>
          </a:xfrm>
          <a:prstGeom prst="rect">
            <a:avLst/>
          </a:prstGeom>
          <a:ln w="0">
            <a:noFill/>
          </a:ln>
        </p:spPr>
      </p:sp>
      <p:sp>
        <p:nvSpPr>
          <p:cNvPr id="276" name="PlaceHolder 2"/>
          <p:cNvSpPr>
            <a:spLocks noGrp="1"/>
          </p:cNvSpPr>
          <p:nvPr>
            <p:ph type="body"/>
          </p:nvPr>
        </p:nvSpPr>
        <p:spPr>
          <a:xfrm>
            <a:off x="679680" y="4777920"/>
            <a:ext cx="5438160" cy="3909240"/>
          </a:xfrm>
          <a:prstGeom prst="rect">
            <a:avLst/>
          </a:prstGeom>
          <a:noFill/>
          <a:ln w="19080">
            <a:noFill/>
          </a:ln>
        </p:spPr>
        <p:txBody>
          <a:bodyPr lIns="91440" tIns="45720" rIns="91440" bIns="45720" anchor="t">
            <a:noAutofit/>
          </a:bodyPr>
          <a:p>
            <a:pPr indent="0" algn="l">
              <a:buNone/>
            </a:pPr>
            <a:endParaRPr lang="en-US" sz="2000" b="0" u="none" strike="noStrike">
              <a:solidFill>
                <a:srgbClr val="FFFFFF"/>
              </a:solidFill>
              <a:effectLst/>
              <a:uFillTx/>
              <a:latin typeface="Arial"/>
            </a:endParaRPr>
          </a:p>
        </p:txBody>
      </p:sp>
      <p:sp>
        <p:nvSpPr>
          <p:cNvPr id="277" name="投影片編號版面配置區 3"/>
          <p:cNvSpPr txBox="1"/>
          <p:nvPr/>
        </p:nvSpPr>
        <p:spPr>
          <a:xfrm>
            <a:off x="3850560" y="9430200"/>
            <a:ext cx="2945520" cy="498240"/>
          </a:xfrm>
          <a:prstGeom prst="rect">
            <a:avLst/>
          </a:prstGeom>
          <a:noFill/>
          <a:ln w="0">
            <a:noFill/>
          </a:ln>
        </p:spPr>
        <p:txBody>
          <a:bodyPr anchor="b">
            <a:noAutofit/>
          </a:bodyPr>
          <a:p>
            <a:pPr algn="r">
              <a:lnSpc>
                <a:spcPct val="100000"/>
              </a:lnSpc>
            </a:pPr>
            <a:fld id="{5192656C-38E4-402C-A4BE-9C841F42E002}" type="slidenum">
              <a:rPr lang="en-US" sz="1200" b="0" u="none" strike="noStrike">
                <a:solidFill>
                  <a:srgbClr val="000000"/>
                </a:solidFill>
                <a:effectLst/>
                <a:uFillTx/>
                <a:latin typeface="Calibri"/>
                <a:ea typeface="新細明體"/>
              </a:rPr>
              <a:t>&lt;編號&gt;</a:t>
            </a:fld>
            <a:endParaRPr lang="en-US" sz="1200" b="0" u="none" strike="noStrike">
              <a:solidFill>
                <a:srgbClr val="FFFFFF"/>
              </a:solidFill>
              <a:effectLst/>
              <a:uFillTx/>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sldImg"/>
          </p:nvPr>
        </p:nvSpPr>
        <p:spPr>
          <a:xfrm>
            <a:off x="422280" y="1241280"/>
            <a:ext cx="5952960" cy="3349800"/>
          </a:xfrm>
          <a:prstGeom prst="rect">
            <a:avLst/>
          </a:prstGeom>
          <a:ln w="0">
            <a:noFill/>
          </a:ln>
        </p:spPr>
      </p:sp>
      <p:sp>
        <p:nvSpPr>
          <p:cNvPr id="279" name="PlaceHolder 2"/>
          <p:cNvSpPr>
            <a:spLocks noGrp="1"/>
          </p:cNvSpPr>
          <p:nvPr>
            <p:ph type="body"/>
          </p:nvPr>
        </p:nvSpPr>
        <p:spPr>
          <a:xfrm>
            <a:off x="679680" y="4777920"/>
            <a:ext cx="5438160" cy="3909240"/>
          </a:xfrm>
          <a:prstGeom prst="rect">
            <a:avLst/>
          </a:prstGeom>
          <a:noFill/>
          <a:ln w="19080">
            <a:noFill/>
          </a:ln>
        </p:spPr>
        <p:txBody>
          <a:bodyPr lIns="91440" tIns="45720" rIns="91440" bIns="45720" anchor="t">
            <a:noAutofit/>
          </a:bodyPr>
          <a:p>
            <a:pPr indent="0" algn="l">
              <a:buNone/>
            </a:pPr>
            <a:endParaRPr lang="en-US" sz="2000" b="0" u="none" strike="noStrike">
              <a:solidFill>
                <a:srgbClr val="FFFFFF"/>
              </a:solidFill>
              <a:effectLst/>
              <a:uFillTx/>
              <a:latin typeface="Arial"/>
            </a:endParaRPr>
          </a:p>
        </p:txBody>
      </p:sp>
      <p:sp>
        <p:nvSpPr>
          <p:cNvPr id="280" name="投影片編號版面配置區 3"/>
          <p:cNvSpPr txBox="1"/>
          <p:nvPr/>
        </p:nvSpPr>
        <p:spPr>
          <a:xfrm>
            <a:off x="3850560" y="9430200"/>
            <a:ext cx="2945520" cy="498240"/>
          </a:xfrm>
          <a:prstGeom prst="rect">
            <a:avLst/>
          </a:prstGeom>
          <a:noFill/>
          <a:ln w="0">
            <a:noFill/>
          </a:ln>
        </p:spPr>
        <p:txBody>
          <a:bodyPr anchor="b">
            <a:noAutofit/>
          </a:bodyPr>
          <a:p>
            <a:pPr algn="r">
              <a:lnSpc>
                <a:spcPct val="100000"/>
              </a:lnSpc>
            </a:pPr>
            <a:fld id="{38221E31-61BC-4EEC-BBC2-C289AFEE8945}" type="slidenum">
              <a:rPr lang="en-US" sz="1200" b="0" u="none" strike="noStrike">
                <a:solidFill>
                  <a:srgbClr val="000000"/>
                </a:solidFill>
                <a:effectLst/>
                <a:uFillTx/>
                <a:latin typeface="Calibri"/>
                <a:ea typeface="新細明體"/>
              </a:rPr>
              <a:t>&lt;編號&gt;</a:t>
            </a:fld>
            <a:endParaRPr lang="en-US" sz="1200" b="0" u="none" strike="noStrike">
              <a:solidFill>
                <a:srgbClr val="FFFFFF"/>
              </a:solidFill>
              <a:effectLst/>
              <a:uFillTx/>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sldImg"/>
          </p:nvPr>
        </p:nvSpPr>
        <p:spPr>
          <a:xfrm>
            <a:off x="422280" y="1241280"/>
            <a:ext cx="5952960" cy="3349800"/>
          </a:xfrm>
          <a:prstGeom prst="rect">
            <a:avLst/>
          </a:prstGeom>
          <a:ln w="0">
            <a:noFill/>
          </a:ln>
        </p:spPr>
      </p:sp>
      <p:sp>
        <p:nvSpPr>
          <p:cNvPr id="282" name="PlaceHolder 2"/>
          <p:cNvSpPr>
            <a:spLocks noGrp="1"/>
          </p:cNvSpPr>
          <p:nvPr>
            <p:ph type="body"/>
          </p:nvPr>
        </p:nvSpPr>
        <p:spPr>
          <a:xfrm>
            <a:off x="679680" y="4777920"/>
            <a:ext cx="5438160" cy="3909240"/>
          </a:xfrm>
          <a:prstGeom prst="rect">
            <a:avLst/>
          </a:prstGeom>
          <a:noFill/>
          <a:ln w="19080">
            <a:noFill/>
          </a:ln>
        </p:spPr>
        <p:txBody>
          <a:bodyPr lIns="91440" tIns="45720" rIns="91440" bIns="45720" anchor="t">
            <a:noAutofit/>
          </a:bodyPr>
          <a:p>
            <a:pPr indent="0" algn="l">
              <a:buNone/>
            </a:pPr>
            <a:endParaRPr lang="en-US" sz="2000" b="0" u="none" strike="noStrike">
              <a:solidFill>
                <a:srgbClr val="FFFFFF"/>
              </a:solidFill>
              <a:effectLst/>
              <a:uFillTx/>
              <a:latin typeface="Arial"/>
            </a:endParaRPr>
          </a:p>
        </p:txBody>
      </p:sp>
      <p:sp>
        <p:nvSpPr>
          <p:cNvPr id="283" name="投影片編號版面配置區 3"/>
          <p:cNvSpPr txBox="1"/>
          <p:nvPr/>
        </p:nvSpPr>
        <p:spPr>
          <a:xfrm>
            <a:off x="3850560" y="9430200"/>
            <a:ext cx="2945520" cy="498240"/>
          </a:xfrm>
          <a:prstGeom prst="rect">
            <a:avLst/>
          </a:prstGeom>
          <a:noFill/>
          <a:ln w="0">
            <a:noFill/>
          </a:ln>
        </p:spPr>
        <p:txBody>
          <a:bodyPr anchor="b">
            <a:noAutofit/>
          </a:bodyPr>
          <a:p>
            <a:pPr algn="r">
              <a:lnSpc>
                <a:spcPct val="100000"/>
              </a:lnSpc>
            </a:pPr>
            <a:fld id="{52CE15BE-D292-4CA9-AD4A-70456E4C92A6}" type="slidenum">
              <a:rPr lang="en-US" sz="1200" b="0" u="none" strike="noStrike">
                <a:solidFill>
                  <a:srgbClr val="000000"/>
                </a:solidFill>
                <a:effectLst/>
                <a:uFillTx/>
                <a:latin typeface="Calibri"/>
                <a:ea typeface="新細明體"/>
              </a:rPr>
              <a:t>&lt;編號&gt;</a:t>
            </a:fld>
            <a:endParaRPr lang="en-US" sz="1200" b="0" u="none" strike="noStrike">
              <a:solidFill>
                <a:srgbClr val="FFFFFF"/>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1-1_Office-佈景主題">
    <p:bg>
      <p:bgPr>
        <a:solidFill>
          <a:srgbClr val="FFFFFF"/>
        </a:solidFill>
      </p:bgPr>
    </p:bg>
    <p:spTree>
      <p:nvGrpSpPr>
        <p:cNvPr id="1" name=""/>
        <p:cNvGrpSpPr/>
        <p:nvPr/>
      </p:nvGrpSpPr>
      <p:grpSpPr>
        <a:xfrm>
          <a:off x="0" y="0"/>
          <a:ext cx="0" cy="0"/>
          <a:chOff x="0" y="0"/>
          <a:chExt cx="0" cy="0"/>
        </a:xfrm>
      </p:grpSpPr>
      <p:pic>
        <p:nvPicPr>
          <p:cNvPr id="2" name="图片 5"/>
          <p:cNvPicPr/>
          <p:nvPr/>
        </p:nvPicPr>
        <p:blipFill>
          <a:blip r:embed="rId2"/>
          <a:srcRect l="0" t="0" r="50001" b="54168"/>
          <a:stretch/>
        </p:blipFill>
        <p:spPr>
          <a:xfrm>
            <a:off x="0" y="7560"/>
            <a:ext cx="12192120" cy="6858000"/>
          </a:xfrm>
          <a:prstGeom prst="rect">
            <a:avLst/>
          </a:prstGeom>
          <a:noFill/>
          <a:ln w="19080">
            <a:noFill/>
          </a:ln>
        </p:spPr>
      </p:pic>
      <p:sp>
        <p:nvSpPr>
          <p:cNvPr id="3" name="PlaceHolder 1"/>
          <p:cNvSpPr>
            <a:spLocks noGrp="1"/>
          </p:cNvSpPr>
          <p:nvPr>
            <p:ph type="title"/>
          </p:nvPr>
        </p:nvSpPr>
        <p:spPr>
          <a:xfrm>
            <a:off x="838080" y="365040"/>
            <a:ext cx="10515600" cy="900000"/>
          </a:xfrm>
          <a:prstGeom prst="rect">
            <a:avLst/>
          </a:prstGeom>
          <a:noFill/>
          <a:ln w="19080">
            <a:noFill/>
          </a:ln>
        </p:spPr>
        <p:txBody>
          <a:bodyPr lIns="91440" tIns="45720" rIns="91440" bIns="45720" anchor="ctr">
            <a:noAutofit/>
          </a:bodyPr>
          <a:lstStyle>
            <a:lvl1pPr indent="0" algn="l">
              <a:lnSpc>
                <a:spcPct val="90000"/>
              </a:lnSpc>
              <a:buNone/>
              <a:defRPr lang="zh-TW" sz="4000" b="1" u="none" strike="noStrike">
                <a:solidFill>
                  <a:srgbClr val="000000"/>
                </a:solidFill>
                <a:effectLst/>
                <a:uFillTx/>
                <a:latin typeface="微軟正黑體"/>
                <a:ea typeface="微軟正黑體"/>
              </a:defRPr>
            </a:lvl1pPr>
          </a:lstStyle>
          <a:p>
            <a:pPr indent="0" algn="l">
              <a:lnSpc>
                <a:spcPct val="90000"/>
              </a:lnSpc>
              <a:buNone/>
            </a:pPr>
            <a:r>
              <a:rPr lang="zh-TW" sz="4000" b="1" u="none" strike="noStrike">
                <a:solidFill>
                  <a:srgbClr val="000000"/>
                </a:solidFill>
                <a:effectLst/>
                <a:uFillTx/>
                <a:latin typeface="微軟正黑體"/>
                <a:ea typeface="微軟正黑體"/>
              </a:rPr>
              <a:t>按一下以編輯母片標題樣式</a:t>
            </a:r>
            <a:endParaRPr lang="en-US" sz="4000" b="0" u="none" strike="noStrike">
              <a:solidFill>
                <a:srgbClr val="000000"/>
              </a:solidFill>
              <a:effectLst/>
              <a:uFillTx/>
              <a:latin typeface="Arial"/>
            </a:endParaRPr>
          </a:p>
        </p:txBody>
      </p:sp>
      <p:sp>
        <p:nvSpPr>
          <p:cNvPr id="4" name="PlaceHolder 2"/>
          <p:cNvSpPr>
            <a:spLocks noGrp="1"/>
          </p:cNvSpPr>
          <p:nvPr>
            <p:ph type="body"/>
          </p:nvPr>
        </p:nvSpPr>
        <p:spPr>
          <a:xfrm>
            <a:off x="838080" y="1825560"/>
            <a:ext cx="10515600" cy="4351320"/>
          </a:xfrm>
          <a:prstGeom prst="rect">
            <a:avLst/>
          </a:prstGeom>
          <a:noFill/>
          <a:ln w="19080">
            <a:noFill/>
          </a:ln>
        </p:spPr>
        <p:txBody>
          <a:bodyPr lIns="91440" tIns="45720" rIns="91440" bIns="45720" anchor="t">
            <a:normAutofit/>
          </a:bodyPr>
          <a:lstStyle>
            <a:lvl1pPr marL="228600" indent="-228600" algn="l">
              <a:lnSpc>
                <a:spcPct val="90000"/>
              </a:lnSpc>
              <a:spcBef>
                <a:spcPts val="1001"/>
              </a:spcBef>
              <a:buClr>
                <a:srgbClr val="000000"/>
              </a:buClr>
              <a:buSzPct val="45000"/>
              <a:buFont typeface="Wingdings" charset="2"/>
              <a:buChar char=""/>
              <a:defRPr lang="zh-TW" sz="2800" b="0" u="none" strike="noStrike">
                <a:solidFill>
                  <a:srgbClr val="000000"/>
                </a:solidFill>
                <a:effectLst/>
                <a:uFillTx/>
                <a:latin typeface="微軟正黑體"/>
                <a:ea typeface="微軟正黑體"/>
              </a:defRPr>
            </a:lvl1pPr>
            <a:lvl2pPr marL="685800" lvl="1" indent="-228600" algn="l">
              <a:lnSpc>
                <a:spcPct val="90000"/>
              </a:lnSpc>
              <a:spcBef>
                <a:spcPts val="499"/>
              </a:spcBef>
              <a:buClr>
                <a:srgbClr val="000000"/>
              </a:buClr>
              <a:buSzPct val="75000"/>
              <a:buFont typeface="Symbol" charset="2"/>
              <a:buChar char=""/>
              <a:defRPr lang="zh-TW" sz="2400" b="0" u="none" strike="noStrike">
                <a:solidFill>
                  <a:srgbClr val="000000"/>
                </a:solidFill>
                <a:effectLst/>
                <a:uFillTx/>
                <a:latin typeface="微軟正黑體"/>
                <a:ea typeface="微軟正黑體"/>
              </a:defRPr>
            </a:lvl2pPr>
            <a:lvl3pPr marL="1143000" lvl="2" indent="-228600" algn="l">
              <a:lnSpc>
                <a:spcPct val="90000"/>
              </a:lnSpc>
              <a:spcBef>
                <a:spcPts val="499"/>
              </a:spcBef>
              <a:buClr>
                <a:srgbClr val="000000"/>
              </a:buClr>
              <a:buSzPct val="45000"/>
              <a:buFont typeface="Wingdings" charset="2"/>
              <a:buChar char=""/>
              <a:defRPr lang="zh-TW" sz="2000" b="0" u="none" strike="noStrike">
                <a:solidFill>
                  <a:srgbClr val="000000"/>
                </a:solidFill>
                <a:effectLst/>
                <a:uFillTx/>
                <a:latin typeface="微軟正黑體"/>
                <a:ea typeface="微軟正黑體"/>
              </a:defRPr>
            </a:lvl3pPr>
            <a:lvl4pPr marL="1600200" lvl="3" indent="-228600" algn="l">
              <a:lnSpc>
                <a:spcPct val="90000"/>
              </a:lnSpc>
              <a:spcBef>
                <a:spcPts val="499"/>
              </a:spcBef>
              <a:buClr>
                <a:srgbClr val="000000"/>
              </a:buClr>
              <a:buSzPct val="75000"/>
              <a:buFont typeface="Symbol" charset="2"/>
              <a:buChar char=""/>
              <a:defRPr lang="zh-TW" sz="1800" b="0" u="none" strike="noStrike">
                <a:solidFill>
                  <a:srgbClr val="000000"/>
                </a:solidFill>
                <a:effectLst/>
                <a:uFillTx/>
                <a:latin typeface="微軟正黑體"/>
                <a:ea typeface="微軟正黑體"/>
              </a:defRPr>
            </a:lvl4pPr>
            <a:lvl5pPr marL="2057400" lvl="4" indent="-228600" algn="l">
              <a:lnSpc>
                <a:spcPct val="90000"/>
              </a:lnSpc>
              <a:spcBef>
                <a:spcPts val="499"/>
              </a:spcBef>
              <a:buClr>
                <a:srgbClr val="000000"/>
              </a:buClr>
              <a:buSzPct val="45000"/>
              <a:buFont typeface="Wingdings" charset="2"/>
              <a:buChar char=""/>
              <a:defRPr lang="zh-TW" sz="1800" b="0" u="none" strike="noStrike">
                <a:solidFill>
                  <a:srgbClr val="000000"/>
                </a:solidFill>
                <a:effectLst/>
                <a:uFillTx/>
                <a:latin typeface="微軟正黑體"/>
                <a:ea typeface="微軟正黑體"/>
              </a:defRPr>
            </a:lvl5pPr>
          </a:lstStyle>
          <a:p>
            <a:pPr marL="228600" indent="-228600" algn="l">
              <a:lnSpc>
                <a:spcPct val="90000"/>
              </a:lnSpc>
              <a:spcBef>
                <a:spcPts val="1001"/>
              </a:spcBef>
              <a:buClr>
                <a:srgbClr val="000000"/>
              </a:buClr>
              <a:buSzPct val="45000"/>
              <a:buFont typeface="Wingdings" charset="2"/>
              <a:buChar char=""/>
            </a:pPr>
            <a:r>
              <a:rPr lang="zh-TW" sz="2800" b="0" u="none" strike="noStrike">
                <a:solidFill>
                  <a:srgbClr val="000000"/>
                </a:solidFill>
                <a:effectLst/>
                <a:uFillTx/>
                <a:latin typeface="微軟正黑體"/>
                <a:ea typeface="微軟正黑體"/>
              </a:rPr>
              <a:t>按一下以編輯母片文字樣式</a:t>
            </a:r>
            <a:endParaRPr lang="en-US" sz="2800" b="0" u="none" strike="noStrike">
              <a:solidFill>
                <a:srgbClr val="000000"/>
              </a:solidFill>
              <a:effectLst/>
              <a:uFillTx/>
              <a:latin typeface="Arial"/>
            </a:endParaRPr>
          </a:p>
          <a:p>
            <a:pPr marL="685800" lvl="1" indent="-228600" algn="l">
              <a:lnSpc>
                <a:spcPct val="90000"/>
              </a:lnSpc>
              <a:spcBef>
                <a:spcPts val="499"/>
              </a:spcBef>
              <a:buClr>
                <a:srgbClr val="000000"/>
              </a:buClr>
              <a:buSzPct val="75000"/>
              <a:buFont typeface="Symbol" charset="2"/>
              <a:buChar char=""/>
            </a:pPr>
            <a:r>
              <a:rPr lang="zh-TW" sz="2400" b="0" u="none" strike="noStrike">
                <a:solidFill>
                  <a:srgbClr val="000000"/>
                </a:solidFill>
                <a:effectLst/>
                <a:uFillTx/>
                <a:latin typeface="微軟正黑體"/>
                <a:ea typeface="微軟正黑體"/>
              </a:rPr>
              <a:t>第二層</a:t>
            </a:r>
            <a:endParaRPr lang="en-US" sz="2400" b="0" u="none" strike="noStrike">
              <a:solidFill>
                <a:srgbClr val="000000"/>
              </a:solidFill>
              <a:effectLst/>
              <a:uFillTx/>
              <a:latin typeface="Arial"/>
            </a:endParaRPr>
          </a:p>
          <a:p>
            <a:pPr marL="1143000" lvl="2" indent="-228600" algn="l">
              <a:lnSpc>
                <a:spcPct val="90000"/>
              </a:lnSpc>
              <a:spcBef>
                <a:spcPts val="499"/>
              </a:spcBef>
              <a:buClr>
                <a:srgbClr val="000000"/>
              </a:buClr>
              <a:buSzPct val="45000"/>
              <a:buFont typeface="Wingdings" charset="2"/>
              <a:buChar char=""/>
            </a:pPr>
            <a:r>
              <a:rPr lang="zh-TW" sz="2000" b="0" u="none" strike="noStrike">
                <a:solidFill>
                  <a:srgbClr val="000000"/>
                </a:solidFill>
                <a:effectLst/>
                <a:uFillTx/>
                <a:latin typeface="微軟正黑體"/>
                <a:ea typeface="微軟正黑體"/>
              </a:rPr>
              <a:t>第三層</a:t>
            </a:r>
            <a:endParaRPr lang="en-US" sz="2000" b="0" u="none" strike="noStrike">
              <a:solidFill>
                <a:srgbClr val="000000"/>
              </a:solidFill>
              <a:effectLst/>
              <a:uFillTx/>
              <a:latin typeface="Arial"/>
            </a:endParaRPr>
          </a:p>
          <a:p>
            <a:pPr marL="1600200" lvl="3" indent="-228600" algn="l">
              <a:lnSpc>
                <a:spcPct val="90000"/>
              </a:lnSpc>
              <a:spcBef>
                <a:spcPts val="499"/>
              </a:spcBef>
              <a:buClr>
                <a:srgbClr val="000000"/>
              </a:buClr>
              <a:buSzPct val="75000"/>
              <a:buFont typeface="Symbol" charset="2"/>
              <a:buChar char=""/>
            </a:pPr>
            <a:r>
              <a:rPr lang="zh-TW" sz="1800" b="0" u="none" strike="noStrike">
                <a:solidFill>
                  <a:srgbClr val="000000"/>
                </a:solidFill>
                <a:effectLst/>
                <a:uFillTx/>
                <a:latin typeface="微軟正黑體"/>
                <a:ea typeface="微軟正黑體"/>
              </a:rPr>
              <a:t>第四層</a:t>
            </a:r>
            <a:endParaRPr lang="en-US" sz="1800" b="0" u="none" strike="noStrike">
              <a:solidFill>
                <a:srgbClr val="000000"/>
              </a:solidFill>
              <a:effectLst/>
              <a:uFillTx/>
              <a:latin typeface="Arial"/>
            </a:endParaRPr>
          </a:p>
          <a:p>
            <a:pPr marL="2057400" lvl="4" indent="-228600" algn="l">
              <a:lnSpc>
                <a:spcPct val="90000"/>
              </a:lnSpc>
              <a:spcBef>
                <a:spcPts val="499"/>
              </a:spcBef>
              <a:buClr>
                <a:srgbClr val="000000"/>
              </a:buClr>
              <a:buSzPct val="45000"/>
              <a:buFont typeface="Wingdings" charset="2"/>
              <a:buChar char=""/>
            </a:pPr>
            <a:r>
              <a:rPr lang="zh-TW" sz="1800" b="0" u="none" strike="noStrike">
                <a:solidFill>
                  <a:srgbClr val="000000"/>
                </a:solidFill>
                <a:effectLst/>
                <a:uFillTx/>
                <a:latin typeface="微軟正黑體"/>
                <a:ea typeface="微軟正黑體"/>
              </a:rPr>
              <a:t>第五層</a:t>
            </a:r>
            <a:endParaRPr lang="en-US" sz="1800" b="0" u="none" strike="noStrike">
              <a:solidFill>
                <a:srgbClr val="000000"/>
              </a:solidFill>
              <a:effectLst/>
              <a:uFillTx/>
              <a:latin typeface="Arial"/>
            </a:endParaRPr>
          </a:p>
        </p:txBody>
      </p:sp>
      <p:sp>
        <p:nvSpPr>
          <p:cNvPr id="5" name="PlaceHolder 3"/>
          <p:cNvSpPr>
            <a:spLocks noGrp="1"/>
          </p:cNvSpPr>
          <p:nvPr>
            <p:ph type="dt" idx="1"/>
          </p:nvPr>
        </p:nvSpPr>
        <p:spPr>
          <a:xfrm>
            <a:off x="838080" y="6356520"/>
            <a:ext cx="2743200" cy="365040"/>
          </a:xfrm>
          <a:prstGeom prst="rect">
            <a:avLst/>
          </a:prstGeom>
          <a:noFill/>
          <a:ln w="19080">
            <a:noFill/>
          </a:ln>
        </p:spPr>
        <p:txBody>
          <a:bodyPr lIns="91440" tIns="45720" rIns="91440" bIns="45720" anchor="ctr">
            <a:noAutofit/>
          </a:bodyPr>
          <a:lstStyle>
            <a:lvl1pPr indent="0" algn="l">
              <a:lnSpc>
                <a:spcPct val="100000"/>
              </a:lnSpc>
              <a:buNone/>
              <a:defRPr lang="en-US" sz="1200" b="0" u="none" strike="noStrike">
                <a:solidFill>
                  <a:srgbClr val="898989"/>
                </a:solidFill>
                <a:effectLst/>
                <a:uFillTx/>
                <a:latin typeface="Calibri"/>
                <a:ea typeface="新細明體"/>
              </a:defRPr>
            </a:lvl1pPr>
          </a:lstStyle>
          <a:p>
            <a:pPr indent="0" algn="l">
              <a:lnSpc>
                <a:spcPct val="100000"/>
              </a:lnSpc>
              <a:buNone/>
            </a:pPr>
            <a:fld id="{D61FFAF8-0FFA-4F87-873D-A52CC7E1592E}" type="datetime">
              <a:rPr lang="en-US" sz="1200" b="0" u="none" strike="noStrike">
                <a:solidFill>
                  <a:srgbClr val="898989"/>
                </a:solidFill>
                <a:effectLst/>
                <a:uFillTx/>
                <a:latin typeface="Calibri"/>
                <a:ea typeface="新細明體"/>
              </a:rPr>
              <a:t>7/31/26</a:t>
            </a:fld>
            <a:endParaRPr lang="en-US" sz="1200" b="0" u="none" strike="noStrike">
              <a:solidFill>
                <a:srgbClr val="000000"/>
              </a:solidFill>
              <a:effectLst/>
              <a:uFillTx/>
              <a:latin typeface="Times New Roman"/>
            </a:endParaRPr>
          </a:p>
        </p:txBody>
      </p:sp>
      <p:sp>
        <p:nvSpPr>
          <p:cNvPr id="6" name="PlaceHolder 4"/>
          <p:cNvSpPr>
            <a:spLocks noGrp="1"/>
          </p:cNvSpPr>
          <p:nvPr>
            <p:ph type="ftr" idx="2"/>
          </p:nvPr>
        </p:nvSpPr>
        <p:spPr>
          <a:xfrm>
            <a:off x="4038480" y="6356520"/>
            <a:ext cx="4114800" cy="365040"/>
          </a:xfrm>
          <a:prstGeom prst="rect">
            <a:avLst/>
          </a:prstGeom>
          <a:noFill/>
          <a:ln w="19080">
            <a:noFill/>
          </a:ln>
        </p:spPr>
        <p:txBody>
          <a:bodyPr lIns="91440" tIns="45720" rIns="91440" bIns="45720" anchor="ctr" anchorCtr="1">
            <a:noAutofit/>
          </a:bodyPr>
          <a:p>
            <a:pPr indent="0" algn="l">
              <a:buNone/>
            </a:pPr>
            <a:endParaRPr lang="en-US" sz="2400" b="0" u="none" strike="noStrike">
              <a:solidFill>
                <a:srgbClr val="000000"/>
              </a:solidFill>
              <a:effectLst/>
              <a:uFillTx/>
              <a:latin typeface="Times New Roman"/>
            </a:endParaRPr>
          </a:p>
        </p:txBody>
      </p:sp>
      <p:sp>
        <p:nvSpPr>
          <p:cNvPr id="7" name="PlaceHolder 5"/>
          <p:cNvSpPr>
            <a:spLocks noGrp="1"/>
          </p:cNvSpPr>
          <p:nvPr>
            <p:ph type="sldNum" idx="3"/>
          </p:nvPr>
        </p:nvSpPr>
        <p:spPr>
          <a:xfrm>
            <a:off x="9448920" y="6500160"/>
            <a:ext cx="2743200" cy="365040"/>
          </a:xfrm>
          <a:prstGeom prst="rect">
            <a:avLst/>
          </a:prstGeom>
          <a:noFill/>
          <a:ln w="19080">
            <a:noFill/>
          </a:ln>
        </p:spPr>
        <p:txBody>
          <a:bodyPr lIns="91440" tIns="45720" rIns="91440" bIns="45720" anchor="t">
            <a:noAutofit/>
          </a:bodyPr>
          <a:lstStyle>
            <a:lvl1pPr indent="0" algn="r">
              <a:lnSpc>
                <a:spcPct val="100000"/>
              </a:lnSpc>
              <a:buNone/>
              <a:defRPr lang="en-US" sz="1000" b="0" u="none" strike="noStrike">
                <a:solidFill>
                  <a:srgbClr val="000000"/>
                </a:solidFill>
                <a:effectLst/>
                <a:uFillTx/>
                <a:latin typeface="微軟正黑體"/>
                <a:ea typeface="微軟正黑體"/>
              </a:defRPr>
            </a:lvl1pPr>
          </a:lstStyle>
          <a:p>
            <a:pPr indent="0" algn="r">
              <a:lnSpc>
                <a:spcPct val="100000"/>
              </a:lnSpc>
              <a:buNone/>
            </a:pPr>
            <a:fld id="{2DB0DCF6-1DC0-4082-9640-366C2B5A39CE}" type="slidenum">
              <a:rPr lang="en-US" sz="1000" b="0" u="none" strike="noStrike">
                <a:solidFill>
                  <a:srgbClr val="000000"/>
                </a:solidFill>
                <a:effectLst/>
                <a:uFillTx/>
                <a:latin typeface="微軟正黑體"/>
                <a:ea typeface="微軟正黑體"/>
              </a:rPr>
              <a:t>&lt;編號&gt;</a:t>
            </a:fld>
            <a:endParaRPr lang="en-US" sz="10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1-Layout1-title-標題投影片">
    <p:bg>
      <p:bgPr>
        <a:solidFill>
          <a:srgbClr val="FFFFFF"/>
        </a:solidFill>
      </p:bgPr>
    </p:bg>
    <p:spTree>
      <p:nvGrpSpPr>
        <p:cNvPr id="1" name=""/>
        <p:cNvGrpSpPr/>
        <p:nvPr/>
      </p:nvGrpSpPr>
      <p:grpSpPr>
        <a:xfrm>
          <a:off x="0" y="0"/>
          <a:ext cx="0" cy="0"/>
          <a:chOff x="0" y="0"/>
          <a:chExt cx="0" cy="0"/>
        </a:xfrm>
      </p:grpSpPr>
      <p:pic>
        <p:nvPicPr>
          <p:cNvPr id="14" name="图片 5"/>
          <p:cNvPicPr/>
          <p:nvPr/>
        </p:nvPicPr>
        <p:blipFill>
          <a:blip r:embed="rId2"/>
          <a:srcRect l="0" t="0" r="50001" b="54168"/>
          <a:stretch/>
        </p:blipFill>
        <p:spPr>
          <a:xfrm>
            <a:off x="0" y="7560"/>
            <a:ext cx="12192120" cy="6858000"/>
          </a:xfrm>
          <a:prstGeom prst="rect">
            <a:avLst/>
          </a:prstGeom>
          <a:noFill/>
          <a:ln w="19080">
            <a:noFill/>
          </a:ln>
        </p:spPr>
      </p:pic>
      <p:sp>
        <p:nvSpPr>
          <p:cNvPr id="15" name="PlaceHolder 1"/>
          <p:cNvSpPr>
            <a:spLocks noGrp="1"/>
          </p:cNvSpPr>
          <p:nvPr>
            <p:ph type="title"/>
          </p:nvPr>
        </p:nvSpPr>
        <p:spPr>
          <a:xfrm>
            <a:off x="1523880" y="1122480"/>
            <a:ext cx="9144000" cy="2387520"/>
          </a:xfrm>
          <a:prstGeom prst="rect">
            <a:avLst/>
          </a:prstGeom>
          <a:noFill/>
          <a:ln w="19080">
            <a:noFill/>
          </a:ln>
        </p:spPr>
        <p:txBody>
          <a:bodyPr lIns="91440" tIns="45720" rIns="91440" bIns="45720" anchor="b" anchorCtr="1">
            <a:noAutofit/>
          </a:bodyPr>
          <a:lstStyle>
            <a:lvl1pPr indent="0" algn="ctr">
              <a:lnSpc>
                <a:spcPct val="90000"/>
              </a:lnSpc>
              <a:buNone/>
              <a:defRPr lang="zh-TW" sz="6000" b="1" u="none" strike="noStrike">
                <a:solidFill>
                  <a:srgbClr val="000000"/>
                </a:solidFill>
                <a:effectLst/>
                <a:uFillTx/>
                <a:latin typeface="微軟正黑體"/>
                <a:ea typeface="微軟正黑體"/>
              </a:defRPr>
            </a:lvl1pPr>
          </a:lstStyle>
          <a:p>
            <a:pPr indent="0" algn="ctr">
              <a:lnSpc>
                <a:spcPct val="90000"/>
              </a:lnSpc>
              <a:buNone/>
            </a:pPr>
            <a:r>
              <a:rPr lang="zh-TW" sz="6000" b="1" u="none" strike="noStrike">
                <a:solidFill>
                  <a:srgbClr val="000000"/>
                </a:solidFill>
                <a:effectLst/>
                <a:uFillTx/>
                <a:latin typeface="微軟正黑體"/>
                <a:ea typeface="微軟正黑體"/>
              </a:rPr>
              <a:t>按一下以編輯母片標題樣式</a:t>
            </a:r>
            <a:endParaRPr lang="en-US" sz="6000" b="0" u="none" strike="noStrike">
              <a:solidFill>
                <a:srgbClr val="000000"/>
              </a:solidFill>
              <a:effectLst/>
              <a:uFillTx/>
              <a:latin typeface="Arial"/>
            </a:endParaRPr>
          </a:p>
        </p:txBody>
      </p:sp>
      <p:sp>
        <p:nvSpPr>
          <p:cNvPr id="16" name="PlaceHolder 2"/>
          <p:cNvSpPr>
            <a:spLocks noGrp="1"/>
          </p:cNvSpPr>
          <p:nvPr>
            <p:ph type="dt" idx="7"/>
          </p:nvPr>
        </p:nvSpPr>
        <p:spPr>
          <a:xfrm>
            <a:off x="838080" y="6356520"/>
            <a:ext cx="2743200" cy="365040"/>
          </a:xfrm>
          <a:prstGeom prst="rect">
            <a:avLst/>
          </a:prstGeom>
          <a:noFill/>
          <a:ln w="19080">
            <a:noFill/>
          </a:ln>
        </p:spPr>
        <p:txBody>
          <a:bodyPr lIns="91440" tIns="45720" rIns="91440" bIns="45720" anchor="ctr">
            <a:noAutofit/>
          </a:bodyPr>
          <a:lstStyle>
            <a:lvl1pPr indent="0" algn="l">
              <a:lnSpc>
                <a:spcPct val="100000"/>
              </a:lnSpc>
              <a:buNone/>
              <a:defRPr lang="en-US" sz="1200" b="0" u="none" strike="noStrike">
                <a:solidFill>
                  <a:srgbClr val="898989"/>
                </a:solidFill>
                <a:effectLst/>
                <a:uFillTx/>
                <a:latin typeface="Calibri"/>
                <a:ea typeface="新細明體"/>
              </a:defRPr>
            </a:lvl1pPr>
          </a:lstStyle>
          <a:p>
            <a:pPr indent="0" algn="l">
              <a:lnSpc>
                <a:spcPct val="100000"/>
              </a:lnSpc>
              <a:buNone/>
            </a:pPr>
            <a:fld id="{4DD7B0D5-61A7-44A9-A356-69BCDA5FAB6F}" type="datetime">
              <a:rPr lang="en-US" sz="1200" b="0" u="none" strike="noStrike">
                <a:solidFill>
                  <a:srgbClr val="898989"/>
                </a:solidFill>
                <a:effectLst/>
                <a:uFillTx/>
                <a:latin typeface="Calibri"/>
                <a:ea typeface="新細明體"/>
              </a:rPr>
              <a:t>7/31/26</a:t>
            </a:fld>
            <a:endParaRPr lang="en-US" sz="1200" b="0" u="none" strike="noStrike">
              <a:solidFill>
                <a:srgbClr val="000000"/>
              </a:solidFill>
              <a:effectLst/>
              <a:uFillTx/>
              <a:latin typeface="Times New Roman"/>
            </a:endParaRPr>
          </a:p>
        </p:txBody>
      </p:sp>
      <p:sp>
        <p:nvSpPr>
          <p:cNvPr id="17" name="PlaceHolder 3"/>
          <p:cNvSpPr>
            <a:spLocks noGrp="1"/>
          </p:cNvSpPr>
          <p:nvPr>
            <p:ph type="ftr" idx="8"/>
          </p:nvPr>
        </p:nvSpPr>
        <p:spPr>
          <a:xfrm>
            <a:off x="4038480" y="6356520"/>
            <a:ext cx="4114800" cy="365040"/>
          </a:xfrm>
          <a:prstGeom prst="rect">
            <a:avLst/>
          </a:prstGeom>
          <a:noFill/>
          <a:ln w="19080">
            <a:noFill/>
          </a:ln>
        </p:spPr>
        <p:txBody>
          <a:bodyPr lIns="91440" tIns="45720" rIns="91440" bIns="45720" anchor="ctr" anchorCtr="1">
            <a:noAutofit/>
          </a:bodyPr>
          <a:p>
            <a:pPr indent="0" algn="l">
              <a:buNone/>
            </a:pPr>
            <a:endParaRPr lang="en-US" sz="2400" b="0" u="none" strike="noStrike">
              <a:solidFill>
                <a:srgbClr val="000000"/>
              </a:solidFill>
              <a:effectLst/>
              <a:uFillTx/>
              <a:latin typeface="Times New Roman"/>
            </a:endParaRPr>
          </a:p>
        </p:txBody>
      </p:sp>
      <p:sp>
        <p:nvSpPr>
          <p:cNvPr id="18" name="PlaceHolder 4"/>
          <p:cNvSpPr>
            <a:spLocks noGrp="1"/>
          </p:cNvSpPr>
          <p:nvPr>
            <p:ph type="sldNum" idx="9"/>
          </p:nvPr>
        </p:nvSpPr>
        <p:spPr>
          <a:xfrm>
            <a:off x="9448920" y="6500160"/>
            <a:ext cx="2743200" cy="365040"/>
          </a:xfrm>
          <a:prstGeom prst="rect">
            <a:avLst/>
          </a:prstGeom>
          <a:noFill/>
          <a:ln w="19080">
            <a:noFill/>
          </a:ln>
        </p:spPr>
        <p:txBody>
          <a:bodyPr lIns="91440" tIns="45720" rIns="91440" bIns="45720" anchor="t">
            <a:noAutofit/>
          </a:bodyPr>
          <a:lstStyle>
            <a:lvl1pPr indent="0" algn="r">
              <a:lnSpc>
                <a:spcPct val="100000"/>
              </a:lnSpc>
              <a:buNone/>
              <a:defRPr lang="en-US" sz="1000" b="0" u="none" strike="noStrike">
                <a:solidFill>
                  <a:srgbClr val="000000"/>
                </a:solidFill>
                <a:effectLst/>
                <a:uFillTx/>
                <a:latin typeface="微軟正黑體"/>
                <a:ea typeface="微軟正黑體"/>
              </a:defRPr>
            </a:lvl1pPr>
          </a:lstStyle>
          <a:p>
            <a:pPr indent="0" algn="r">
              <a:lnSpc>
                <a:spcPct val="100000"/>
              </a:lnSpc>
              <a:buNone/>
            </a:pPr>
            <a:fld id="{C4EFF1B8-1FED-4BAC-A663-547F398CE4A3}" type="slidenum">
              <a:rPr lang="en-US" sz="1000" b="0" u="none" strike="noStrike">
                <a:solidFill>
                  <a:srgbClr val="000000"/>
                </a:solidFill>
                <a:effectLst/>
                <a:uFillTx/>
                <a:latin typeface="微軟正黑體"/>
                <a:ea typeface="微軟正黑體"/>
              </a:rPr>
              <a:t>&lt;編號&gt;</a:t>
            </a:fld>
            <a:endParaRPr lang="en-US" sz="1000" b="0" u="none" strike="noStrike">
              <a:solidFill>
                <a:srgbClr val="000000"/>
              </a:solidFill>
              <a:effectLst/>
              <a:uFillTx/>
              <a:latin typeface="Times New Roman"/>
            </a:endParaRPr>
          </a:p>
        </p:txBody>
      </p:sp>
      <p:sp>
        <p:nvSpPr>
          <p:cNvPr id="19" name="PlaceHolder 5"/>
          <p:cNvSpPr>
            <a:spLocks noGrp="1"/>
          </p:cNvSpPr>
          <p:nvPr>
            <p:ph type="body"/>
          </p:nvPr>
        </p:nvSpPr>
        <p:spPr>
          <a:xfrm>
            <a:off x="609480" y="1604520"/>
            <a:ext cx="10972440" cy="3977280"/>
          </a:xfrm>
          <a:prstGeom prst="rect">
            <a:avLst/>
          </a:prstGeom>
          <a:noFill/>
          <a:ln w="19080">
            <a:noFill/>
          </a:ln>
        </p:spPr>
        <p:txBody>
          <a:bodyPr lIns="0" tIns="0" rIns="0" bIns="0" anchor="t">
            <a:normAutofit/>
          </a:bodyPr>
          <a:lstStyle>
            <a:lvl1pPr algn="l">
              <a:spcBef>
                <a:spcPts val="1417"/>
              </a:spcBef>
              <a:buClr>
                <a:srgbClr val="000000"/>
              </a:buClr>
              <a:buSzPct val="45000"/>
              <a:buFont typeface="Wingdings" charset="2"/>
              <a:buChar char=""/>
              <a:defRPr lang="zh-TW"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zh-TW"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zh-TW"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zh-TW"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zh-TW"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zh-TW"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zh-TW"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zh-TW" sz="3200" b="0" u="none" strike="noStrike">
                <a:solidFill>
                  <a:srgbClr val="000000"/>
                </a:solidFill>
                <a:effectLst/>
                <a:uFillTx/>
                <a:latin typeface="Arial"/>
              </a:rPr>
              <a:t>請按這裡編輯大綱文字格式</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zh-TW" sz="2800" b="0" u="none" strike="noStrike">
                <a:solidFill>
                  <a:srgbClr val="000000"/>
                </a:solidFill>
                <a:effectLst/>
                <a:uFillTx/>
                <a:latin typeface="Arial"/>
              </a:rPr>
              <a:t>第二個大綱層次</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zh-TW" sz="2400" b="0" u="none" strike="noStrike">
                <a:solidFill>
                  <a:srgbClr val="000000"/>
                </a:solidFill>
                <a:effectLst/>
                <a:uFillTx/>
                <a:latin typeface="Arial"/>
              </a:rPr>
              <a:t>第三個大綱層次</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zh-TW" sz="2000" b="0" u="none" strike="noStrike">
                <a:solidFill>
                  <a:srgbClr val="000000"/>
                </a:solidFill>
                <a:effectLst/>
                <a:uFillTx/>
                <a:latin typeface="Arial"/>
              </a:rPr>
              <a:t>第四個大綱層次</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zh-TW" sz="2000" b="0" u="none" strike="noStrike">
                <a:solidFill>
                  <a:srgbClr val="000000"/>
                </a:solidFill>
                <a:effectLst/>
                <a:uFillTx/>
                <a:latin typeface="Arial"/>
              </a:rPr>
              <a:t>第五個大綱層次</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zh-TW" sz="2000" b="0" u="none" strike="noStrike">
                <a:solidFill>
                  <a:srgbClr val="000000"/>
                </a:solidFill>
                <a:effectLst/>
                <a:uFillTx/>
                <a:latin typeface="Arial"/>
              </a:rPr>
              <a:t>第六個大綱層次</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zh-TW" sz="2000" b="0" u="none" strike="noStrike">
                <a:solidFill>
                  <a:srgbClr val="000000"/>
                </a:solidFill>
                <a:effectLst/>
                <a:uFillTx/>
                <a:latin typeface="Arial"/>
              </a:rPr>
              <a:t>第七個大綱層次</a:t>
            </a:r>
            <a:endParaRPr lang="en-US" sz="2000" b="0" u="none" strike="noStrik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1-Layout1-title-標題投影片">
    <p:bg>
      <p:bgPr>
        <a:solidFill>
          <a:srgbClr val="FFFFFF"/>
        </a:solidFill>
      </p:bgPr>
    </p:bg>
    <p:spTree>
      <p:nvGrpSpPr>
        <p:cNvPr id="1" name=""/>
        <p:cNvGrpSpPr/>
        <p:nvPr/>
      </p:nvGrpSpPr>
      <p:grpSpPr>
        <a:xfrm>
          <a:off x="0" y="0"/>
          <a:ext cx="0" cy="0"/>
          <a:chOff x="0" y="0"/>
          <a:chExt cx="0" cy="0"/>
        </a:xfrm>
      </p:grpSpPr>
      <p:pic>
        <p:nvPicPr>
          <p:cNvPr id="8" name="图片 5"/>
          <p:cNvPicPr/>
          <p:nvPr/>
        </p:nvPicPr>
        <p:blipFill>
          <a:blip r:embed="rId2"/>
          <a:srcRect l="0" t="0" r="50001" b="54168"/>
          <a:stretch/>
        </p:blipFill>
        <p:spPr>
          <a:xfrm>
            <a:off x="0" y="7560"/>
            <a:ext cx="12192120" cy="6858000"/>
          </a:xfrm>
          <a:prstGeom prst="rect">
            <a:avLst/>
          </a:prstGeom>
          <a:noFill/>
          <a:ln w="19080">
            <a:noFill/>
          </a:ln>
        </p:spPr>
      </p:pic>
      <p:sp>
        <p:nvSpPr>
          <p:cNvPr id="9" name="PlaceHolder 1"/>
          <p:cNvSpPr>
            <a:spLocks noGrp="1"/>
          </p:cNvSpPr>
          <p:nvPr>
            <p:ph type="title"/>
          </p:nvPr>
        </p:nvSpPr>
        <p:spPr>
          <a:xfrm>
            <a:off x="1523880" y="1122480"/>
            <a:ext cx="9144000" cy="2387520"/>
          </a:xfrm>
          <a:prstGeom prst="rect">
            <a:avLst/>
          </a:prstGeom>
          <a:noFill/>
          <a:ln w="19080">
            <a:noFill/>
          </a:ln>
        </p:spPr>
        <p:txBody>
          <a:bodyPr lIns="91440" tIns="45720" rIns="91440" bIns="45720" anchor="b" anchorCtr="1">
            <a:noAutofit/>
          </a:bodyPr>
          <a:lstStyle>
            <a:lvl1pPr indent="0" algn="ctr">
              <a:lnSpc>
                <a:spcPct val="90000"/>
              </a:lnSpc>
              <a:buNone/>
              <a:defRPr lang="zh-TW" sz="6000" b="1" u="none" strike="noStrike">
                <a:solidFill>
                  <a:srgbClr val="000000"/>
                </a:solidFill>
                <a:effectLst/>
                <a:uFillTx/>
                <a:latin typeface="微軟正黑體"/>
                <a:ea typeface="微軟正黑體"/>
              </a:defRPr>
            </a:lvl1pPr>
          </a:lstStyle>
          <a:p>
            <a:pPr indent="0" algn="ctr">
              <a:lnSpc>
                <a:spcPct val="90000"/>
              </a:lnSpc>
              <a:buNone/>
            </a:pPr>
            <a:r>
              <a:rPr lang="zh-TW" sz="6000" b="1" u="none" strike="noStrike">
                <a:solidFill>
                  <a:srgbClr val="000000"/>
                </a:solidFill>
                <a:effectLst/>
                <a:uFillTx/>
                <a:latin typeface="微軟正黑體"/>
                <a:ea typeface="微軟正黑體"/>
              </a:rPr>
              <a:t>按一下以編輯母片標題樣式</a:t>
            </a:r>
            <a:endParaRPr lang="en-US" sz="6000" b="0" u="none" strike="noStrike">
              <a:solidFill>
                <a:srgbClr val="000000"/>
              </a:solidFill>
              <a:effectLst/>
              <a:uFillTx/>
              <a:latin typeface="Arial"/>
            </a:endParaRPr>
          </a:p>
        </p:txBody>
      </p:sp>
      <p:sp>
        <p:nvSpPr>
          <p:cNvPr id="10" name="PlaceHolder 2"/>
          <p:cNvSpPr>
            <a:spLocks noGrp="1"/>
          </p:cNvSpPr>
          <p:nvPr>
            <p:ph type="dt" idx="4"/>
          </p:nvPr>
        </p:nvSpPr>
        <p:spPr>
          <a:xfrm>
            <a:off x="838080" y="6356520"/>
            <a:ext cx="2743200" cy="365040"/>
          </a:xfrm>
          <a:prstGeom prst="rect">
            <a:avLst/>
          </a:prstGeom>
          <a:noFill/>
          <a:ln w="19080">
            <a:noFill/>
          </a:ln>
        </p:spPr>
        <p:txBody>
          <a:bodyPr lIns="91440" tIns="45720" rIns="91440" bIns="45720" anchor="ctr">
            <a:noAutofit/>
          </a:bodyPr>
          <a:lstStyle>
            <a:lvl1pPr indent="0" algn="l">
              <a:lnSpc>
                <a:spcPct val="100000"/>
              </a:lnSpc>
              <a:buNone/>
              <a:defRPr lang="en-US" sz="1200" b="0" u="none" strike="noStrike">
                <a:solidFill>
                  <a:srgbClr val="898989"/>
                </a:solidFill>
                <a:effectLst/>
                <a:uFillTx/>
                <a:latin typeface="Calibri"/>
                <a:ea typeface="新細明體"/>
              </a:defRPr>
            </a:lvl1pPr>
          </a:lstStyle>
          <a:p>
            <a:pPr indent="0" algn="l">
              <a:lnSpc>
                <a:spcPct val="100000"/>
              </a:lnSpc>
              <a:buNone/>
            </a:pPr>
            <a:fld id="{3B3C64B2-106B-4B54-B8A8-CDE5A6CA6AF9}" type="datetime">
              <a:rPr lang="en-US" sz="1200" b="0" u="none" strike="noStrike">
                <a:solidFill>
                  <a:srgbClr val="898989"/>
                </a:solidFill>
                <a:effectLst/>
                <a:uFillTx/>
                <a:latin typeface="Calibri"/>
                <a:ea typeface="新細明體"/>
              </a:rPr>
              <a:t>7/31/26</a:t>
            </a:fld>
            <a:endParaRPr lang="en-US" sz="1200" b="0" u="none" strike="noStrike">
              <a:solidFill>
                <a:srgbClr val="000000"/>
              </a:solidFill>
              <a:effectLst/>
              <a:uFillTx/>
              <a:latin typeface="Times New Roman"/>
            </a:endParaRPr>
          </a:p>
        </p:txBody>
      </p:sp>
      <p:sp>
        <p:nvSpPr>
          <p:cNvPr id="11" name="PlaceHolder 3"/>
          <p:cNvSpPr>
            <a:spLocks noGrp="1"/>
          </p:cNvSpPr>
          <p:nvPr>
            <p:ph type="ftr" idx="5"/>
          </p:nvPr>
        </p:nvSpPr>
        <p:spPr>
          <a:xfrm>
            <a:off x="4038480" y="6356520"/>
            <a:ext cx="4114800" cy="365040"/>
          </a:xfrm>
          <a:prstGeom prst="rect">
            <a:avLst/>
          </a:prstGeom>
          <a:noFill/>
          <a:ln w="19080">
            <a:noFill/>
          </a:ln>
        </p:spPr>
        <p:txBody>
          <a:bodyPr lIns="91440" tIns="45720" rIns="91440" bIns="45720" anchor="ctr" anchorCtr="1">
            <a:noAutofit/>
          </a:bodyPr>
          <a:p>
            <a:pPr indent="0" algn="l">
              <a:buNone/>
            </a:pPr>
            <a:endParaRPr lang="en-US" sz="2400" b="0" u="none" strike="noStrike">
              <a:solidFill>
                <a:srgbClr val="000000"/>
              </a:solidFill>
              <a:effectLst/>
              <a:uFillTx/>
              <a:latin typeface="Times New Roman"/>
            </a:endParaRPr>
          </a:p>
        </p:txBody>
      </p:sp>
      <p:sp>
        <p:nvSpPr>
          <p:cNvPr id="12" name="PlaceHolder 4"/>
          <p:cNvSpPr>
            <a:spLocks noGrp="1"/>
          </p:cNvSpPr>
          <p:nvPr>
            <p:ph type="sldNum" idx="6"/>
          </p:nvPr>
        </p:nvSpPr>
        <p:spPr>
          <a:xfrm>
            <a:off x="9448920" y="6500160"/>
            <a:ext cx="2743200" cy="365040"/>
          </a:xfrm>
          <a:prstGeom prst="rect">
            <a:avLst/>
          </a:prstGeom>
          <a:noFill/>
          <a:ln w="19080">
            <a:noFill/>
          </a:ln>
        </p:spPr>
        <p:txBody>
          <a:bodyPr lIns="91440" tIns="45720" rIns="91440" bIns="45720" anchor="t">
            <a:noAutofit/>
          </a:bodyPr>
          <a:lstStyle>
            <a:lvl1pPr indent="0" algn="r">
              <a:lnSpc>
                <a:spcPct val="100000"/>
              </a:lnSpc>
              <a:buNone/>
              <a:defRPr lang="en-US" sz="1000" b="0" u="none" strike="noStrike">
                <a:solidFill>
                  <a:srgbClr val="000000"/>
                </a:solidFill>
                <a:effectLst/>
                <a:uFillTx/>
                <a:latin typeface="微軟正黑體"/>
                <a:ea typeface="微軟正黑體"/>
              </a:defRPr>
            </a:lvl1pPr>
          </a:lstStyle>
          <a:p>
            <a:pPr indent="0" algn="r">
              <a:lnSpc>
                <a:spcPct val="100000"/>
              </a:lnSpc>
              <a:buNone/>
            </a:pPr>
            <a:fld id="{FCA88C49-555C-4FC8-8BA7-EF38EF1566CB}" type="slidenum">
              <a:rPr lang="en-US" sz="1000" b="0" u="none" strike="noStrike">
                <a:solidFill>
                  <a:srgbClr val="000000"/>
                </a:solidFill>
                <a:effectLst/>
                <a:uFillTx/>
                <a:latin typeface="微軟正黑體"/>
                <a:ea typeface="微軟正黑體"/>
              </a:rPr>
              <a:t>&lt;編號&gt;</a:t>
            </a:fld>
            <a:endParaRPr lang="en-US" sz="1000" b="0" u="none" strike="noStrike">
              <a:solidFill>
                <a:srgbClr val="000000"/>
              </a:solidFill>
              <a:effectLst/>
              <a:uFillTx/>
              <a:latin typeface="Times New Roman"/>
            </a:endParaRPr>
          </a:p>
        </p:txBody>
      </p:sp>
      <p:sp>
        <p:nvSpPr>
          <p:cNvPr id="13" name="PlaceHolder 5"/>
          <p:cNvSpPr>
            <a:spLocks noGrp="1"/>
          </p:cNvSpPr>
          <p:nvPr>
            <p:ph type="body"/>
          </p:nvPr>
        </p:nvSpPr>
        <p:spPr>
          <a:xfrm>
            <a:off x="609480" y="1604520"/>
            <a:ext cx="10972440" cy="3977280"/>
          </a:xfrm>
          <a:prstGeom prst="rect">
            <a:avLst/>
          </a:prstGeom>
          <a:noFill/>
          <a:ln w="19080">
            <a:noFill/>
          </a:ln>
        </p:spPr>
        <p:txBody>
          <a:bodyPr lIns="0" tIns="0" rIns="0" bIns="0" anchor="t">
            <a:normAutofit/>
          </a:bodyPr>
          <a:lstStyle>
            <a:lvl1pPr algn="l">
              <a:spcBef>
                <a:spcPts val="1417"/>
              </a:spcBef>
              <a:buClr>
                <a:srgbClr val="000000"/>
              </a:buClr>
              <a:buSzPct val="45000"/>
              <a:buFont typeface="Wingdings" charset="2"/>
              <a:buChar char=""/>
              <a:defRPr lang="zh-TW"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zh-TW"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zh-TW"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zh-TW"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zh-TW"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zh-TW"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zh-TW"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zh-TW" sz="3200" b="0" u="none" strike="noStrike">
                <a:solidFill>
                  <a:srgbClr val="000000"/>
                </a:solidFill>
                <a:effectLst/>
                <a:uFillTx/>
                <a:latin typeface="Arial"/>
              </a:rPr>
              <a:t>請按這裡編輯大綱文字格式</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zh-TW" sz="2800" b="0" u="none" strike="noStrike">
                <a:solidFill>
                  <a:srgbClr val="000000"/>
                </a:solidFill>
                <a:effectLst/>
                <a:uFillTx/>
                <a:latin typeface="Arial"/>
              </a:rPr>
              <a:t>第二個大綱層次</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zh-TW" sz="2400" b="0" u="none" strike="noStrike">
                <a:solidFill>
                  <a:srgbClr val="000000"/>
                </a:solidFill>
                <a:effectLst/>
                <a:uFillTx/>
                <a:latin typeface="Arial"/>
              </a:rPr>
              <a:t>第三個大綱層次</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zh-TW" sz="2000" b="0" u="none" strike="noStrike">
                <a:solidFill>
                  <a:srgbClr val="000000"/>
                </a:solidFill>
                <a:effectLst/>
                <a:uFillTx/>
                <a:latin typeface="Arial"/>
              </a:rPr>
              <a:t>第四個大綱層次</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zh-TW" sz="2000" b="0" u="none" strike="noStrike">
                <a:solidFill>
                  <a:srgbClr val="000000"/>
                </a:solidFill>
                <a:effectLst/>
                <a:uFillTx/>
                <a:latin typeface="Arial"/>
              </a:rPr>
              <a:t>第五個大綱層次</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zh-TW" sz="2000" b="0" u="none" strike="noStrike">
                <a:solidFill>
                  <a:srgbClr val="000000"/>
                </a:solidFill>
                <a:effectLst/>
                <a:uFillTx/>
                <a:latin typeface="Arial"/>
              </a:rPr>
              <a:t>第六個大綱層次</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zh-TW" sz="2000" b="0" u="none" strike="noStrike">
                <a:solidFill>
                  <a:srgbClr val="000000"/>
                </a:solidFill>
                <a:effectLst/>
                <a:uFillTx/>
                <a:latin typeface="Arial"/>
              </a:rPr>
              <a:t>第七個大綱層次</a:t>
            </a:r>
            <a:endParaRPr lang="en-US" sz="2000" b="0" u="none" strike="noStrik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x" preserve="1">
  <p:cSld name="Master1-Layout2-blank-空白">
    <p:bg>
      <p:bgPr>
        <a:solidFill>
          <a:srgbClr val="FFFFFF"/>
        </a:solidFill>
      </p:bgPr>
    </p:bg>
    <p:spTree>
      <p:nvGrpSpPr>
        <p:cNvPr id="1" name=""/>
        <p:cNvGrpSpPr/>
        <p:nvPr/>
      </p:nvGrpSpPr>
      <p:grpSpPr>
        <a:xfrm>
          <a:off x="0" y="0"/>
          <a:ext cx="0" cy="0"/>
          <a:chOff x="0" y="0"/>
          <a:chExt cx="0" cy="0"/>
        </a:xfrm>
      </p:grpSpPr>
      <p:pic>
        <p:nvPicPr>
          <p:cNvPr id="20" name="图片 5"/>
          <p:cNvPicPr/>
          <p:nvPr/>
        </p:nvPicPr>
        <p:blipFill>
          <a:blip r:embed="rId2"/>
          <a:srcRect l="0" t="0" r="50001" b="54168"/>
          <a:stretch/>
        </p:blipFill>
        <p:spPr>
          <a:xfrm>
            <a:off x="0" y="7560"/>
            <a:ext cx="12192120" cy="6858000"/>
          </a:xfrm>
          <a:prstGeom prst="rect">
            <a:avLst/>
          </a:prstGeom>
          <a:noFill/>
          <a:ln w="19080">
            <a:noFill/>
          </a:ln>
        </p:spPr>
      </p:pic>
      <p:sp>
        <p:nvSpPr>
          <p:cNvPr id="21" name="PlaceHolder 1"/>
          <p:cNvSpPr>
            <a:spLocks noGrp="1"/>
          </p:cNvSpPr>
          <p:nvPr>
            <p:ph type="dt" idx="10"/>
          </p:nvPr>
        </p:nvSpPr>
        <p:spPr>
          <a:xfrm>
            <a:off x="838080" y="6356520"/>
            <a:ext cx="2743200" cy="365040"/>
          </a:xfrm>
          <a:prstGeom prst="rect">
            <a:avLst/>
          </a:prstGeom>
          <a:noFill/>
          <a:ln w="19080">
            <a:noFill/>
          </a:ln>
        </p:spPr>
        <p:txBody>
          <a:bodyPr lIns="91440" tIns="45720" rIns="91440" bIns="45720" anchor="ctr">
            <a:noAutofit/>
          </a:bodyPr>
          <a:lstStyle>
            <a:lvl1pPr indent="0" algn="l">
              <a:lnSpc>
                <a:spcPct val="100000"/>
              </a:lnSpc>
              <a:buNone/>
              <a:defRPr lang="en-US" sz="1200" b="0" u="none" strike="noStrike">
                <a:solidFill>
                  <a:srgbClr val="898989"/>
                </a:solidFill>
                <a:effectLst/>
                <a:uFillTx/>
                <a:latin typeface="Calibri"/>
                <a:ea typeface="新細明體"/>
              </a:defRPr>
            </a:lvl1pPr>
          </a:lstStyle>
          <a:p>
            <a:pPr indent="0" algn="l">
              <a:lnSpc>
                <a:spcPct val="100000"/>
              </a:lnSpc>
              <a:buNone/>
            </a:pPr>
            <a:fld id="{9CCB14F6-5DF9-4710-A5E2-023FD021B310}" type="datetime">
              <a:rPr lang="en-US" sz="1200" b="0" u="none" strike="noStrike">
                <a:solidFill>
                  <a:srgbClr val="898989"/>
                </a:solidFill>
                <a:effectLst/>
                <a:uFillTx/>
                <a:latin typeface="Calibri"/>
                <a:ea typeface="新細明體"/>
              </a:rPr>
              <a:t>7/31/26</a:t>
            </a:fld>
            <a:endParaRPr lang="en-US" sz="1200" b="0" u="none" strike="noStrike">
              <a:solidFill>
                <a:srgbClr val="000000"/>
              </a:solidFill>
              <a:effectLst/>
              <a:uFillTx/>
              <a:latin typeface="Times New Roman"/>
            </a:endParaRPr>
          </a:p>
        </p:txBody>
      </p:sp>
      <p:sp>
        <p:nvSpPr>
          <p:cNvPr id="22" name="PlaceHolder 2"/>
          <p:cNvSpPr>
            <a:spLocks noGrp="1"/>
          </p:cNvSpPr>
          <p:nvPr>
            <p:ph type="ftr" idx="11"/>
          </p:nvPr>
        </p:nvSpPr>
        <p:spPr>
          <a:xfrm>
            <a:off x="4038480" y="6356520"/>
            <a:ext cx="4114800" cy="365040"/>
          </a:xfrm>
          <a:prstGeom prst="rect">
            <a:avLst/>
          </a:prstGeom>
          <a:noFill/>
          <a:ln w="19080">
            <a:noFill/>
          </a:ln>
        </p:spPr>
        <p:txBody>
          <a:bodyPr lIns="91440" tIns="45720" rIns="91440" bIns="45720" anchor="ctr" anchorCtr="1">
            <a:noAutofit/>
          </a:bodyPr>
          <a:p>
            <a:pPr indent="0" algn="l">
              <a:buNone/>
            </a:pPr>
            <a:endParaRPr lang="en-US" sz="2400" b="0" u="none" strike="noStrike">
              <a:solidFill>
                <a:srgbClr val="000000"/>
              </a:solidFill>
              <a:effectLst/>
              <a:uFillTx/>
              <a:latin typeface="Times New Roman"/>
            </a:endParaRPr>
          </a:p>
        </p:txBody>
      </p:sp>
      <p:sp>
        <p:nvSpPr>
          <p:cNvPr id="23" name="PlaceHolder 3"/>
          <p:cNvSpPr>
            <a:spLocks noGrp="1"/>
          </p:cNvSpPr>
          <p:nvPr>
            <p:ph type="sldNum" idx="12"/>
          </p:nvPr>
        </p:nvSpPr>
        <p:spPr>
          <a:xfrm>
            <a:off x="9448920" y="6500160"/>
            <a:ext cx="2743200" cy="365040"/>
          </a:xfrm>
          <a:prstGeom prst="rect">
            <a:avLst/>
          </a:prstGeom>
          <a:noFill/>
          <a:ln w="19080">
            <a:noFill/>
          </a:ln>
        </p:spPr>
        <p:txBody>
          <a:bodyPr lIns="91440" tIns="45720" rIns="91440" bIns="45720" anchor="t">
            <a:noAutofit/>
          </a:bodyPr>
          <a:lstStyle>
            <a:lvl1pPr indent="0" algn="r">
              <a:lnSpc>
                <a:spcPct val="100000"/>
              </a:lnSpc>
              <a:buNone/>
              <a:defRPr lang="en-US" sz="1000" b="0" u="none" strike="noStrike">
                <a:solidFill>
                  <a:srgbClr val="000000"/>
                </a:solidFill>
                <a:effectLst/>
                <a:uFillTx/>
                <a:latin typeface="微軟正黑體"/>
                <a:ea typeface="微軟正黑體"/>
              </a:defRPr>
            </a:lvl1pPr>
          </a:lstStyle>
          <a:p>
            <a:pPr indent="0" algn="r">
              <a:lnSpc>
                <a:spcPct val="100000"/>
              </a:lnSpc>
              <a:buNone/>
            </a:pPr>
            <a:fld id="{3D971624-318B-4E23-AA5B-2524E118750B}" type="slidenum">
              <a:rPr lang="en-US" sz="1000" b="0" u="none" strike="noStrike">
                <a:solidFill>
                  <a:srgbClr val="000000"/>
                </a:solidFill>
                <a:effectLst/>
                <a:uFillTx/>
                <a:latin typeface="微軟正黑體"/>
                <a:ea typeface="微軟正黑體"/>
              </a:rPr>
              <a:t>&lt;編號&gt;</a:t>
            </a:fld>
            <a:endParaRPr lang="en-US" sz="1000" b="0" u="none" strike="noStrike">
              <a:solidFill>
                <a:srgbClr val="000000"/>
              </a:solidFill>
              <a:effectLst/>
              <a:uFillTx/>
              <a:latin typeface="Times New Roman"/>
            </a:endParaRPr>
          </a:p>
        </p:txBody>
      </p:sp>
      <p:sp>
        <p:nvSpPr>
          <p:cNvPr id="24" name="PlaceHolder 4"/>
          <p:cNvSpPr>
            <a:spLocks noGrp="1"/>
          </p:cNvSpPr>
          <p:nvPr>
            <p:ph type="title"/>
          </p:nvPr>
        </p:nvSpPr>
        <p:spPr>
          <a:xfrm>
            <a:off x="609480" y="273600"/>
            <a:ext cx="10972440" cy="1144800"/>
          </a:xfrm>
          <a:prstGeom prst="rect">
            <a:avLst/>
          </a:prstGeom>
          <a:noFill/>
          <a:ln w="19080">
            <a:noFill/>
          </a:ln>
        </p:spPr>
        <p:txBody>
          <a:bodyPr lIns="0" tIns="0" rIns="0" bIns="0" anchor="ctr">
            <a:noAutofit/>
          </a:bodyPr>
          <a:lstStyle>
            <a:lvl1pPr indent="0" algn="ctr">
              <a:buNone/>
              <a:defRPr lang="zh-TW" sz="4400" b="0" u="none" strike="noStrike">
                <a:solidFill>
                  <a:srgbClr val="000000"/>
                </a:solidFill>
                <a:effectLst/>
                <a:uFillTx/>
                <a:latin typeface="Arial"/>
              </a:defRPr>
            </a:lvl1pPr>
          </a:lstStyle>
          <a:p>
            <a:pPr indent="0" algn="ctr">
              <a:buNone/>
            </a:pPr>
            <a:r>
              <a:rPr lang="zh-TW" sz="4400" b="0" u="none" strike="noStrike">
                <a:solidFill>
                  <a:srgbClr val="000000"/>
                </a:solidFill>
                <a:effectLst/>
                <a:uFillTx/>
                <a:latin typeface="Arial"/>
              </a:rPr>
              <a:t>請按這裡編輯題名文字格式</a:t>
            </a:r>
            <a:endParaRPr lang="en-US" sz="4400" b="0" u="none" strike="noStrike">
              <a:solidFill>
                <a:srgbClr val="000000"/>
              </a:solidFill>
              <a:effectLst/>
              <a:uFillTx/>
              <a:latin typeface="Arial"/>
            </a:endParaRPr>
          </a:p>
        </p:txBody>
      </p:sp>
      <p:sp>
        <p:nvSpPr>
          <p:cNvPr id="25" name="PlaceHolder 5"/>
          <p:cNvSpPr>
            <a:spLocks noGrp="1"/>
          </p:cNvSpPr>
          <p:nvPr>
            <p:ph type="body"/>
          </p:nvPr>
        </p:nvSpPr>
        <p:spPr>
          <a:xfrm>
            <a:off x="609480" y="1604520"/>
            <a:ext cx="10972440" cy="3977280"/>
          </a:xfrm>
          <a:prstGeom prst="rect">
            <a:avLst/>
          </a:prstGeom>
          <a:noFill/>
          <a:ln w="19080">
            <a:noFill/>
          </a:ln>
        </p:spPr>
        <p:txBody>
          <a:bodyPr lIns="0" tIns="0" rIns="0" bIns="0" anchor="t">
            <a:normAutofit/>
          </a:bodyPr>
          <a:lstStyle>
            <a:lvl1pPr algn="l">
              <a:spcBef>
                <a:spcPts val="1417"/>
              </a:spcBef>
              <a:buClr>
                <a:srgbClr val="000000"/>
              </a:buClr>
              <a:buSzPct val="45000"/>
              <a:buFont typeface="Wingdings" charset="2"/>
              <a:buChar char=""/>
              <a:defRPr lang="zh-TW"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zh-TW"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zh-TW"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zh-TW"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zh-TW"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zh-TW"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zh-TW"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zh-TW" sz="3200" b="0" u="none" strike="noStrike">
                <a:solidFill>
                  <a:srgbClr val="000000"/>
                </a:solidFill>
                <a:effectLst/>
                <a:uFillTx/>
                <a:latin typeface="Arial"/>
              </a:rPr>
              <a:t>請按這裡編輯大綱文字格式</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zh-TW" sz="2800" b="0" u="none" strike="noStrike">
                <a:solidFill>
                  <a:srgbClr val="000000"/>
                </a:solidFill>
                <a:effectLst/>
                <a:uFillTx/>
                <a:latin typeface="Arial"/>
              </a:rPr>
              <a:t>第二個大綱層次</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zh-TW" sz="2400" b="0" u="none" strike="noStrike">
                <a:solidFill>
                  <a:srgbClr val="000000"/>
                </a:solidFill>
                <a:effectLst/>
                <a:uFillTx/>
                <a:latin typeface="Arial"/>
              </a:rPr>
              <a:t>第三個大綱層次</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zh-TW" sz="2000" b="0" u="none" strike="noStrike">
                <a:solidFill>
                  <a:srgbClr val="000000"/>
                </a:solidFill>
                <a:effectLst/>
                <a:uFillTx/>
                <a:latin typeface="Arial"/>
              </a:rPr>
              <a:t>第四個大綱層次</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zh-TW" sz="2000" b="0" u="none" strike="noStrike">
                <a:solidFill>
                  <a:srgbClr val="000000"/>
                </a:solidFill>
                <a:effectLst/>
                <a:uFillTx/>
                <a:latin typeface="Arial"/>
              </a:rPr>
              <a:t>第五個大綱層次</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zh-TW" sz="2000" b="0" u="none" strike="noStrike">
                <a:solidFill>
                  <a:srgbClr val="000000"/>
                </a:solidFill>
                <a:effectLst/>
                <a:uFillTx/>
                <a:latin typeface="Arial"/>
              </a:rPr>
              <a:t>第六個大綱層次</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zh-TW" sz="2000" b="0" u="none" strike="noStrike">
                <a:solidFill>
                  <a:srgbClr val="000000"/>
                </a:solidFill>
                <a:effectLst/>
                <a:uFillTx/>
                <a:latin typeface="Arial"/>
              </a:rPr>
              <a:t>第七個大綱層次</a:t>
            </a:r>
            <a:endParaRPr lang="en-US" sz="2000" b="0" u="none" strike="noStrik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1-Layout3-cust-自訂版面配置">
    <p:bg>
      <p:bgPr>
        <a:solidFill>
          <a:srgbClr val="FFFFFF"/>
        </a:solidFill>
      </p:bgPr>
    </p:bg>
    <p:spTree>
      <p:nvGrpSpPr>
        <p:cNvPr id="1" name=""/>
        <p:cNvGrpSpPr/>
        <p:nvPr/>
      </p:nvGrpSpPr>
      <p:grpSpPr>
        <a:xfrm>
          <a:off x="0" y="0"/>
          <a:ext cx="0" cy="0"/>
          <a:chOff x="0" y="0"/>
          <a:chExt cx="0" cy="0"/>
        </a:xfrm>
      </p:grpSpPr>
      <p:pic>
        <p:nvPicPr>
          <p:cNvPr id="26" name="图片 5"/>
          <p:cNvPicPr/>
          <p:nvPr/>
        </p:nvPicPr>
        <p:blipFill>
          <a:blip r:embed="rId2"/>
          <a:srcRect l="0" t="0" r="50001" b="54168"/>
          <a:stretch/>
        </p:blipFill>
        <p:spPr>
          <a:xfrm>
            <a:off x="0" y="7560"/>
            <a:ext cx="12192120" cy="6858000"/>
          </a:xfrm>
          <a:prstGeom prst="rect">
            <a:avLst/>
          </a:prstGeom>
          <a:noFill/>
          <a:ln w="19080">
            <a:noFill/>
          </a:ln>
        </p:spPr>
      </p:pic>
      <p:sp>
        <p:nvSpPr>
          <p:cNvPr id="27" name="PlaceHolder 1"/>
          <p:cNvSpPr>
            <a:spLocks noGrp="1"/>
          </p:cNvSpPr>
          <p:nvPr>
            <p:ph type="title"/>
          </p:nvPr>
        </p:nvSpPr>
        <p:spPr>
          <a:xfrm>
            <a:off x="335880" y="178920"/>
            <a:ext cx="11520000" cy="684000"/>
          </a:xfrm>
          <a:prstGeom prst="rect">
            <a:avLst/>
          </a:prstGeom>
          <a:noFill/>
          <a:ln w="19080">
            <a:noFill/>
          </a:ln>
        </p:spPr>
        <p:txBody>
          <a:bodyPr lIns="91440" tIns="45720" rIns="91440" bIns="45720" anchor="ctr" anchorCtr="1">
            <a:noAutofit/>
          </a:bodyPr>
          <a:lstStyle>
            <a:lvl1pPr indent="0" algn="ctr">
              <a:lnSpc>
                <a:spcPct val="100000"/>
              </a:lnSpc>
              <a:buNone/>
              <a:defRPr lang="zh-TW" sz="3200" b="1" u="none" strike="noStrike">
                <a:solidFill>
                  <a:srgbClr val="000000"/>
                </a:solidFill>
                <a:effectLst/>
                <a:uFillTx/>
                <a:latin typeface="Microsoft YaHei"/>
                <a:ea typeface="Microsoft YaHei"/>
              </a:defRPr>
            </a:lvl1pPr>
          </a:lstStyle>
          <a:p>
            <a:pPr indent="0" algn="ctr">
              <a:lnSpc>
                <a:spcPct val="100000"/>
              </a:lnSpc>
              <a:buNone/>
            </a:pPr>
            <a:r>
              <a:rPr lang="zh-TW" sz="3200" b="1" u="none" strike="noStrike">
                <a:solidFill>
                  <a:srgbClr val="000000"/>
                </a:solidFill>
                <a:effectLst/>
                <a:uFillTx/>
                <a:latin typeface="Microsoft YaHei"/>
                <a:ea typeface="Microsoft YaHei"/>
              </a:rPr>
              <a:t>按一下以編輯母片標題樣式</a:t>
            </a:r>
            <a:endParaRPr lang="en-US" sz="3200" b="0" u="none" strike="noStrike">
              <a:solidFill>
                <a:srgbClr val="000000"/>
              </a:solidFill>
              <a:effectLst/>
              <a:uFillTx/>
              <a:latin typeface="Arial"/>
            </a:endParaRPr>
          </a:p>
        </p:txBody>
      </p:sp>
      <p:sp>
        <p:nvSpPr>
          <p:cNvPr id="28" name="PlaceHolder 2"/>
          <p:cNvSpPr>
            <a:spLocks noGrp="1"/>
          </p:cNvSpPr>
          <p:nvPr>
            <p:ph type="dt" idx="13"/>
          </p:nvPr>
        </p:nvSpPr>
        <p:spPr>
          <a:xfrm>
            <a:off x="838080" y="6356520"/>
            <a:ext cx="2743200" cy="365040"/>
          </a:xfrm>
          <a:prstGeom prst="rect">
            <a:avLst/>
          </a:prstGeom>
          <a:noFill/>
          <a:ln w="19080">
            <a:noFill/>
          </a:ln>
        </p:spPr>
        <p:txBody>
          <a:bodyPr lIns="91440" tIns="45720" rIns="91440" bIns="45720" anchor="ctr">
            <a:noAutofit/>
          </a:bodyPr>
          <a:lstStyle>
            <a:lvl1pPr indent="0" algn="l">
              <a:lnSpc>
                <a:spcPct val="100000"/>
              </a:lnSpc>
              <a:buNone/>
              <a:defRPr lang="en-US" sz="1200" b="0" u="none" strike="noStrike">
                <a:solidFill>
                  <a:srgbClr val="898989"/>
                </a:solidFill>
                <a:effectLst/>
                <a:uFillTx/>
                <a:latin typeface="Calibri"/>
                <a:ea typeface="新細明體"/>
              </a:defRPr>
            </a:lvl1pPr>
          </a:lstStyle>
          <a:p>
            <a:pPr indent="0" algn="l">
              <a:lnSpc>
                <a:spcPct val="100000"/>
              </a:lnSpc>
              <a:buNone/>
            </a:pPr>
            <a:fld id="{EC825802-3BF6-4DD1-BE7D-CDA46FBF78B8}" type="datetime">
              <a:rPr lang="en-US" sz="1200" b="0" u="none" strike="noStrike">
                <a:solidFill>
                  <a:srgbClr val="898989"/>
                </a:solidFill>
                <a:effectLst/>
                <a:uFillTx/>
                <a:latin typeface="Calibri"/>
                <a:ea typeface="新細明體"/>
              </a:rPr>
              <a:t>7/31/26</a:t>
            </a:fld>
            <a:endParaRPr lang="en-US" sz="1200" b="0" u="none" strike="noStrike">
              <a:solidFill>
                <a:srgbClr val="000000"/>
              </a:solidFill>
              <a:effectLst/>
              <a:uFillTx/>
              <a:latin typeface="Times New Roman"/>
            </a:endParaRPr>
          </a:p>
        </p:txBody>
      </p:sp>
      <p:sp>
        <p:nvSpPr>
          <p:cNvPr id="29" name="PlaceHolder 3"/>
          <p:cNvSpPr>
            <a:spLocks noGrp="1"/>
          </p:cNvSpPr>
          <p:nvPr>
            <p:ph type="ftr" idx="14"/>
          </p:nvPr>
        </p:nvSpPr>
        <p:spPr>
          <a:xfrm>
            <a:off x="4038480" y="6356520"/>
            <a:ext cx="4114800" cy="365040"/>
          </a:xfrm>
          <a:prstGeom prst="rect">
            <a:avLst/>
          </a:prstGeom>
          <a:noFill/>
          <a:ln w="19080">
            <a:noFill/>
          </a:ln>
        </p:spPr>
        <p:txBody>
          <a:bodyPr lIns="91440" tIns="45720" rIns="91440" bIns="45720" anchor="ctr" anchorCtr="1">
            <a:noAutofit/>
          </a:bodyPr>
          <a:p>
            <a:pPr indent="0" algn="l">
              <a:buNone/>
            </a:pPr>
            <a:endParaRPr lang="en-US" sz="2400" b="0" u="none" strike="noStrike">
              <a:solidFill>
                <a:srgbClr val="000000"/>
              </a:solidFill>
              <a:effectLst/>
              <a:uFillTx/>
              <a:latin typeface="Times New Roman"/>
            </a:endParaRPr>
          </a:p>
        </p:txBody>
      </p:sp>
      <p:cxnSp>
        <p:nvCxnSpPr>
          <p:cNvPr id="30" name="直線接點 5"/>
          <p:cNvCxnSpPr/>
          <p:nvPr/>
        </p:nvCxnSpPr>
        <p:spPr>
          <a:xfrm>
            <a:off x="340920" y="934200"/>
            <a:ext cx="11515320" cy="360"/>
          </a:xfrm>
          <a:prstGeom prst="straightConnector1">
            <a:avLst/>
          </a:prstGeom>
          <a:ln w="6480">
            <a:solidFill>
              <a:srgbClr val="1F323B"/>
            </a:solidFill>
            <a:miter/>
          </a:ln>
        </p:spPr>
      </p:cxnSp>
      <p:sp>
        <p:nvSpPr>
          <p:cNvPr id="31" name="PlaceHolder 4"/>
          <p:cNvSpPr>
            <a:spLocks noGrp="1"/>
          </p:cNvSpPr>
          <p:nvPr>
            <p:ph type="body"/>
          </p:nvPr>
        </p:nvSpPr>
        <p:spPr>
          <a:xfrm>
            <a:off x="336600" y="1219320"/>
            <a:ext cx="11514960" cy="5065920"/>
          </a:xfrm>
          <a:prstGeom prst="rect">
            <a:avLst/>
          </a:prstGeom>
          <a:noFill/>
          <a:ln w="19080">
            <a:noFill/>
          </a:ln>
        </p:spPr>
        <p:txBody>
          <a:bodyPr lIns="91440" tIns="45720" rIns="91440" bIns="45720" anchor="t">
            <a:normAutofit/>
          </a:bodyPr>
          <a:lstStyle>
            <a:lvl1pPr marL="228600" indent="-228600" algn="l">
              <a:lnSpc>
                <a:spcPct val="90000"/>
              </a:lnSpc>
              <a:spcBef>
                <a:spcPts val="1001"/>
              </a:spcBef>
              <a:buClr>
                <a:srgbClr val="000000"/>
              </a:buClr>
              <a:buSzPct val="45000"/>
              <a:buFont typeface="Wingdings" charset="2"/>
              <a:buChar char=""/>
              <a:defRPr lang="zh-TW" sz="2800" b="0" u="none" strike="noStrike">
                <a:solidFill>
                  <a:srgbClr val="000000"/>
                </a:solidFill>
                <a:effectLst/>
                <a:uFillTx/>
                <a:latin typeface="微軟正黑體"/>
                <a:ea typeface="微軟正黑體"/>
              </a:defRPr>
            </a:lvl1pPr>
            <a:lvl2pPr marL="685800" lvl="1" indent="-228600" algn="l">
              <a:lnSpc>
                <a:spcPct val="90000"/>
              </a:lnSpc>
              <a:spcBef>
                <a:spcPts val="499"/>
              </a:spcBef>
              <a:buClr>
                <a:srgbClr val="000000"/>
              </a:buClr>
              <a:buSzPct val="75000"/>
              <a:buFont typeface="Symbol" charset="2"/>
              <a:buChar char=""/>
              <a:defRPr lang="zh-TW" sz="2400" b="0" u="none" strike="noStrike">
                <a:solidFill>
                  <a:srgbClr val="000000"/>
                </a:solidFill>
                <a:effectLst/>
                <a:uFillTx/>
                <a:latin typeface="微軟正黑體"/>
                <a:ea typeface="微軟正黑體"/>
              </a:defRPr>
            </a:lvl2pPr>
            <a:lvl3pPr marL="1143000" lvl="2" indent="-228600" algn="l">
              <a:lnSpc>
                <a:spcPct val="90000"/>
              </a:lnSpc>
              <a:spcBef>
                <a:spcPts val="499"/>
              </a:spcBef>
              <a:buClr>
                <a:srgbClr val="000000"/>
              </a:buClr>
              <a:buSzPct val="45000"/>
              <a:buFont typeface="Wingdings" charset="2"/>
              <a:buChar char=""/>
              <a:defRPr lang="zh-TW" sz="2000" b="0" u="none" strike="noStrike">
                <a:solidFill>
                  <a:srgbClr val="000000"/>
                </a:solidFill>
                <a:effectLst/>
                <a:uFillTx/>
                <a:latin typeface="微軟正黑體"/>
                <a:ea typeface="微軟正黑體"/>
              </a:defRPr>
            </a:lvl3pPr>
            <a:lvl4pPr marL="1600200" lvl="3" indent="-228600" algn="l">
              <a:lnSpc>
                <a:spcPct val="90000"/>
              </a:lnSpc>
              <a:spcBef>
                <a:spcPts val="499"/>
              </a:spcBef>
              <a:buClr>
                <a:srgbClr val="000000"/>
              </a:buClr>
              <a:buSzPct val="75000"/>
              <a:buFont typeface="Symbol" charset="2"/>
              <a:buChar char=""/>
              <a:defRPr lang="zh-TW" sz="1800" b="0" u="none" strike="noStrike">
                <a:solidFill>
                  <a:srgbClr val="000000"/>
                </a:solidFill>
                <a:effectLst/>
                <a:uFillTx/>
                <a:latin typeface="微軟正黑體"/>
                <a:ea typeface="微軟正黑體"/>
              </a:defRPr>
            </a:lvl4pPr>
            <a:lvl5pPr marL="2057400" lvl="4" indent="-228600" algn="l">
              <a:lnSpc>
                <a:spcPct val="90000"/>
              </a:lnSpc>
              <a:spcBef>
                <a:spcPts val="499"/>
              </a:spcBef>
              <a:buClr>
                <a:srgbClr val="000000"/>
              </a:buClr>
              <a:buSzPct val="45000"/>
              <a:buFont typeface="Wingdings" charset="2"/>
              <a:buChar char=""/>
              <a:defRPr lang="zh-TW" sz="1800" b="0" u="none" strike="noStrike">
                <a:solidFill>
                  <a:srgbClr val="000000"/>
                </a:solidFill>
                <a:effectLst/>
                <a:uFillTx/>
                <a:latin typeface="微軟正黑體"/>
                <a:ea typeface="微軟正黑體"/>
              </a:defRPr>
            </a:lvl5pPr>
          </a:lstStyle>
          <a:p>
            <a:pPr marL="228600" indent="-228600" algn="l">
              <a:lnSpc>
                <a:spcPct val="90000"/>
              </a:lnSpc>
              <a:spcBef>
                <a:spcPts val="1001"/>
              </a:spcBef>
              <a:buClr>
                <a:srgbClr val="000000"/>
              </a:buClr>
              <a:buSzPct val="45000"/>
              <a:buFont typeface="Wingdings" charset="2"/>
              <a:buChar char=""/>
            </a:pPr>
            <a:r>
              <a:rPr lang="zh-TW" sz="2800" b="0" u="none" strike="noStrike">
                <a:solidFill>
                  <a:srgbClr val="000000"/>
                </a:solidFill>
                <a:effectLst/>
                <a:uFillTx/>
                <a:latin typeface="微軟正黑體"/>
                <a:ea typeface="微軟正黑體"/>
              </a:rPr>
              <a:t>按一下以編輯母片文字樣式</a:t>
            </a:r>
            <a:endParaRPr lang="en-US" sz="2800" b="0" u="none" strike="noStrike">
              <a:solidFill>
                <a:srgbClr val="000000"/>
              </a:solidFill>
              <a:effectLst/>
              <a:uFillTx/>
              <a:latin typeface="Arial"/>
            </a:endParaRPr>
          </a:p>
          <a:p>
            <a:pPr marL="685800" lvl="1" indent="-228600" algn="l">
              <a:lnSpc>
                <a:spcPct val="90000"/>
              </a:lnSpc>
              <a:spcBef>
                <a:spcPts val="499"/>
              </a:spcBef>
              <a:buClr>
                <a:srgbClr val="000000"/>
              </a:buClr>
              <a:buSzPct val="75000"/>
              <a:buFont typeface="Symbol" charset="2"/>
              <a:buChar char=""/>
            </a:pPr>
            <a:r>
              <a:rPr lang="zh-TW" sz="2400" b="0" u="none" strike="noStrike">
                <a:solidFill>
                  <a:srgbClr val="000000"/>
                </a:solidFill>
                <a:effectLst/>
                <a:uFillTx/>
                <a:latin typeface="微軟正黑體"/>
                <a:ea typeface="微軟正黑體"/>
              </a:rPr>
              <a:t>第二層</a:t>
            </a:r>
            <a:endParaRPr lang="en-US" sz="2400" b="0" u="none" strike="noStrike">
              <a:solidFill>
                <a:srgbClr val="000000"/>
              </a:solidFill>
              <a:effectLst/>
              <a:uFillTx/>
              <a:latin typeface="Arial"/>
            </a:endParaRPr>
          </a:p>
          <a:p>
            <a:pPr marL="1143000" lvl="2" indent="-228600" algn="l">
              <a:lnSpc>
                <a:spcPct val="90000"/>
              </a:lnSpc>
              <a:spcBef>
                <a:spcPts val="499"/>
              </a:spcBef>
              <a:buClr>
                <a:srgbClr val="000000"/>
              </a:buClr>
              <a:buSzPct val="45000"/>
              <a:buFont typeface="Wingdings" charset="2"/>
              <a:buChar char=""/>
            </a:pPr>
            <a:r>
              <a:rPr lang="zh-TW" sz="2000" b="0" u="none" strike="noStrike">
                <a:solidFill>
                  <a:srgbClr val="000000"/>
                </a:solidFill>
                <a:effectLst/>
                <a:uFillTx/>
                <a:latin typeface="微軟正黑體"/>
                <a:ea typeface="微軟正黑體"/>
              </a:rPr>
              <a:t>第三層</a:t>
            </a:r>
            <a:endParaRPr lang="en-US" sz="2000" b="0" u="none" strike="noStrike">
              <a:solidFill>
                <a:srgbClr val="000000"/>
              </a:solidFill>
              <a:effectLst/>
              <a:uFillTx/>
              <a:latin typeface="Arial"/>
            </a:endParaRPr>
          </a:p>
          <a:p>
            <a:pPr marL="1600200" lvl="3" indent="-228600" algn="l">
              <a:lnSpc>
                <a:spcPct val="90000"/>
              </a:lnSpc>
              <a:spcBef>
                <a:spcPts val="499"/>
              </a:spcBef>
              <a:buClr>
                <a:srgbClr val="000000"/>
              </a:buClr>
              <a:buSzPct val="75000"/>
              <a:buFont typeface="Symbol" charset="2"/>
              <a:buChar char=""/>
            </a:pPr>
            <a:r>
              <a:rPr lang="zh-TW" sz="1800" b="0" u="none" strike="noStrike">
                <a:solidFill>
                  <a:srgbClr val="000000"/>
                </a:solidFill>
                <a:effectLst/>
                <a:uFillTx/>
                <a:latin typeface="微軟正黑體"/>
                <a:ea typeface="微軟正黑體"/>
              </a:rPr>
              <a:t>第四層</a:t>
            </a:r>
            <a:endParaRPr lang="en-US" sz="1800" b="0" u="none" strike="noStrike">
              <a:solidFill>
                <a:srgbClr val="000000"/>
              </a:solidFill>
              <a:effectLst/>
              <a:uFillTx/>
              <a:latin typeface="Arial"/>
            </a:endParaRPr>
          </a:p>
          <a:p>
            <a:pPr marL="2057400" lvl="4" indent="-228600" algn="l">
              <a:lnSpc>
                <a:spcPct val="90000"/>
              </a:lnSpc>
              <a:spcBef>
                <a:spcPts val="499"/>
              </a:spcBef>
              <a:buClr>
                <a:srgbClr val="000000"/>
              </a:buClr>
              <a:buSzPct val="45000"/>
              <a:buFont typeface="Wingdings" charset="2"/>
              <a:buChar char=""/>
            </a:pPr>
            <a:r>
              <a:rPr lang="zh-TW" sz="1800" b="0" u="none" strike="noStrike">
                <a:solidFill>
                  <a:srgbClr val="000000"/>
                </a:solidFill>
                <a:effectLst/>
                <a:uFillTx/>
                <a:latin typeface="微軟正黑體"/>
                <a:ea typeface="微軟正黑體"/>
              </a:rPr>
              <a:t>第五層</a:t>
            </a:r>
            <a:endParaRPr lang="en-US" sz="1800" b="0" u="none" strike="noStrike">
              <a:solidFill>
                <a:srgbClr val="000000"/>
              </a:solidFill>
              <a:effectLst/>
              <a:uFillTx/>
              <a:latin typeface="Arial"/>
            </a:endParaRPr>
          </a:p>
        </p:txBody>
      </p:sp>
      <p:sp>
        <p:nvSpPr>
          <p:cNvPr id="32" name="PlaceHolder 5"/>
          <p:cNvSpPr>
            <a:spLocks noGrp="1"/>
          </p:cNvSpPr>
          <p:nvPr>
            <p:ph type="sldNum" idx="15"/>
          </p:nvPr>
        </p:nvSpPr>
        <p:spPr>
          <a:xfrm>
            <a:off x="9448920" y="6500160"/>
            <a:ext cx="2743200" cy="365040"/>
          </a:xfrm>
          <a:prstGeom prst="rect">
            <a:avLst/>
          </a:prstGeom>
          <a:noFill/>
          <a:ln w="19080">
            <a:noFill/>
          </a:ln>
        </p:spPr>
        <p:txBody>
          <a:bodyPr lIns="91440" tIns="45720" rIns="91440" bIns="45720" anchor="t">
            <a:noAutofit/>
          </a:bodyPr>
          <a:lstStyle>
            <a:lvl1pPr indent="0" algn="r">
              <a:lnSpc>
                <a:spcPct val="100000"/>
              </a:lnSpc>
              <a:buNone/>
              <a:defRPr lang="en-US" sz="1000" b="0" u="none" strike="noStrike">
                <a:solidFill>
                  <a:srgbClr val="000000"/>
                </a:solidFill>
                <a:effectLst/>
                <a:uFillTx/>
                <a:latin typeface="微軟正黑體"/>
                <a:ea typeface="微軟正黑體"/>
              </a:defRPr>
            </a:lvl1pPr>
          </a:lstStyle>
          <a:p>
            <a:pPr indent="0" algn="r">
              <a:lnSpc>
                <a:spcPct val="100000"/>
              </a:lnSpc>
              <a:buNone/>
            </a:pPr>
            <a:fld id="{940437A9-F0A5-49EC-911F-9AAAD95EE602}" type="slidenum">
              <a:rPr lang="en-US" sz="1000" b="0" u="none" strike="noStrike">
                <a:solidFill>
                  <a:srgbClr val="000000"/>
                </a:solidFill>
                <a:effectLst/>
                <a:uFillTx/>
                <a:latin typeface="微軟正黑體"/>
                <a:ea typeface="微軟正黑體"/>
              </a:rPr>
              <a:t>&lt;編號&gt;</a:t>
            </a:fld>
            <a:endParaRPr lang="en-US" sz="10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1-Layout4-cust-1_自訂版面配置">
    <p:bg>
      <p:bgPr>
        <a:solidFill>
          <a:srgbClr val="FFFFFF"/>
        </a:solidFill>
      </p:bgPr>
    </p:bg>
    <p:spTree>
      <p:nvGrpSpPr>
        <p:cNvPr id="1" name=""/>
        <p:cNvGrpSpPr/>
        <p:nvPr/>
      </p:nvGrpSpPr>
      <p:grpSpPr>
        <a:xfrm>
          <a:off x="0" y="0"/>
          <a:ext cx="0" cy="0"/>
          <a:chOff x="0" y="0"/>
          <a:chExt cx="0" cy="0"/>
        </a:xfrm>
      </p:grpSpPr>
      <p:pic>
        <p:nvPicPr>
          <p:cNvPr id="33" name="图片 5"/>
          <p:cNvPicPr/>
          <p:nvPr/>
        </p:nvPicPr>
        <p:blipFill>
          <a:blip r:embed="rId2"/>
          <a:srcRect l="0" t="0" r="50001" b="54168"/>
          <a:stretch/>
        </p:blipFill>
        <p:spPr>
          <a:xfrm>
            <a:off x="0" y="7560"/>
            <a:ext cx="12192120" cy="6858000"/>
          </a:xfrm>
          <a:prstGeom prst="rect">
            <a:avLst/>
          </a:prstGeom>
          <a:noFill/>
          <a:ln w="19080">
            <a:noFill/>
          </a:ln>
        </p:spPr>
      </p:pic>
      <p:sp>
        <p:nvSpPr>
          <p:cNvPr id="34" name="PlaceHolder 1"/>
          <p:cNvSpPr>
            <a:spLocks noGrp="1"/>
          </p:cNvSpPr>
          <p:nvPr>
            <p:ph type="title"/>
          </p:nvPr>
        </p:nvSpPr>
        <p:spPr>
          <a:xfrm>
            <a:off x="335880" y="178920"/>
            <a:ext cx="11520000" cy="864000"/>
          </a:xfrm>
          <a:prstGeom prst="rect">
            <a:avLst/>
          </a:prstGeom>
          <a:noFill/>
          <a:ln w="19080">
            <a:noFill/>
          </a:ln>
        </p:spPr>
        <p:txBody>
          <a:bodyPr lIns="91440" tIns="45720" rIns="91440" bIns="45720" anchor="ctr">
            <a:noAutofit/>
          </a:bodyPr>
          <a:lstStyle>
            <a:lvl1pPr indent="0" algn="l">
              <a:lnSpc>
                <a:spcPct val="90000"/>
              </a:lnSpc>
              <a:buNone/>
              <a:defRPr lang="zh-TW" sz="3200" b="1" u="none" strike="noStrike">
                <a:solidFill>
                  <a:srgbClr val="000000"/>
                </a:solidFill>
                <a:effectLst/>
                <a:uFillTx/>
                <a:latin typeface="微軟正黑體"/>
                <a:ea typeface="微軟正黑體"/>
              </a:defRPr>
            </a:lvl1pPr>
          </a:lstStyle>
          <a:p>
            <a:pPr indent="0" algn="l">
              <a:lnSpc>
                <a:spcPct val="90000"/>
              </a:lnSpc>
              <a:buNone/>
            </a:pPr>
            <a:r>
              <a:rPr lang="zh-TW" sz="3200" b="1" u="none" strike="noStrike">
                <a:solidFill>
                  <a:srgbClr val="000000"/>
                </a:solidFill>
                <a:effectLst/>
                <a:uFillTx/>
                <a:latin typeface="微軟正黑體"/>
                <a:ea typeface="微軟正黑體"/>
              </a:rPr>
              <a:t>按一下以編輯母片標題樣式</a:t>
            </a:r>
            <a:endParaRPr lang="en-US" sz="3200" b="0" u="none" strike="noStrike">
              <a:solidFill>
                <a:srgbClr val="000000"/>
              </a:solidFill>
              <a:effectLst/>
              <a:uFillTx/>
              <a:latin typeface="Arial"/>
            </a:endParaRPr>
          </a:p>
        </p:txBody>
      </p:sp>
      <p:sp>
        <p:nvSpPr>
          <p:cNvPr id="35" name="PlaceHolder 2"/>
          <p:cNvSpPr>
            <a:spLocks noGrp="1"/>
          </p:cNvSpPr>
          <p:nvPr>
            <p:ph type="dt" idx="16"/>
          </p:nvPr>
        </p:nvSpPr>
        <p:spPr>
          <a:xfrm>
            <a:off x="838080" y="6356520"/>
            <a:ext cx="2743200" cy="365040"/>
          </a:xfrm>
          <a:prstGeom prst="rect">
            <a:avLst/>
          </a:prstGeom>
          <a:noFill/>
          <a:ln w="19080">
            <a:noFill/>
          </a:ln>
        </p:spPr>
        <p:txBody>
          <a:bodyPr lIns="91440" tIns="45720" rIns="91440" bIns="45720" anchor="ctr">
            <a:noAutofit/>
          </a:bodyPr>
          <a:lstStyle>
            <a:lvl1pPr indent="0" algn="l">
              <a:lnSpc>
                <a:spcPct val="100000"/>
              </a:lnSpc>
              <a:buNone/>
              <a:defRPr lang="en-US" sz="1200" b="0" u="none" strike="noStrike">
                <a:solidFill>
                  <a:srgbClr val="898989"/>
                </a:solidFill>
                <a:effectLst/>
                <a:uFillTx/>
                <a:latin typeface="Calibri"/>
                <a:ea typeface="新細明體"/>
              </a:defRPr>
            </a:lvl1pPr>
          </a:lstStyle>
          <a:p>
            <a:pPr indent="0" algn="l">
              <a:lnSpc>
                <a:spcPct val="100000"/>
              </a:lnSpc>
              <a:buNone/>
            </a:pPr>
            <a:fld id="{E600F52C-5DEE-4515-AA66-C8DA4AE2EED0}" type="datetime">
              <a:rPr lang="en-US" sz="1200" b="0" u="none" strike="noStrike">
                <a:solidFill>
                  <a:srgbClr val="898989"/>
                </a:solidFill>
                <a:effectLst/>
                <a:uFillTx/>
                <a:latin typeface="Calibri"/>
                <a:ea typeface="新細明體"/>
              </a:rPr>
              <a:t>7/31/26</a:t>
            </a:fld>
            <a:endParaRPr lang="en-US" sz="1200" b="0" u="none" strike="noStrike">
              <a:solidFill>
                <a:srgbClr val="000000"/>
              </a:solidFill>
              <a:effectLst/>
              <a:uFillTx/>
              <a:latin typeface="Times New Roman"/>
            </a:endParaRPr>
          </a:p>
        </p:txBody>
      </p:sp>
      <p:sp>
        <p:nvSpPr>
          <p:cNvPr id="36" name="PlaceHolder 3"/>
          <p:cNvSpPr>
            <a:spLocks noGrp="1"/>
          </p:cNvSpPr>
          <p:nvPr>
            <p:ph type="ftr" idx="17"/>
          </p:nvPr>
        </p:nvSpPr>
        <p:spPr>
          <a:xfrm>
            <a:off x="4038480" y="6356520"/>
            <a:ext cx="4114800" cy="365040"/>
          </a:xfrm>
          <a:prstGeom prst="rect">
            <a:avLst/>
          </a:prstGeom>
          <a:noFill/>
          <a:ln w="19080">
            <a:noFill/>
          </a:ln>
        </p:spPr>
        <p:txBody>
          <a:bodyPr lIns="91440" tIns="45720" rIns="91440" bIns="45720" anchor="ctr" anchorCtr="1">
            <a:noAutofit/>
          </a:bodyPr>
          <a:p>
            <a:pPr indent="0" algn="l">
              <a:buNone/>
            </a:pPr>
            <a:endParaRPr lang="en-US" sz="2400" b="0" u="none" strike="noStrike">
              <a:solidFill>
                <a:srgbClr val="000000"/>
              </a:solidFill>
              <a:effectLst/>
              <a:uFillTx/>
              <a:latin typeface="Times New Roman"/>
            </a:endParaRPr>
          </a:p>
        </p:txBody>
      </p:sp>
      <p:sp>
        <p:nvSpPr>
          <p:cNvPr id="37" name="PlaceHolder 4"/>
          <p:cNvSpPr>
            <a:spLocks noGrp="1"/>
          </p:cNvSpPr>
          <p:nvPr>
            <p:ph type="sldNum" idx="18"/>
          </p:nvPr>
        </p:nvSpPr>
        <p:spPr>
          <a:xfrm>
            <a:off x="9448920" y="6500160"/>
            <a:ext cx="2743200" cy="365040"/>
          </a:xfrm>
          <a:prstGeom prst="rect">
            <a:avLst/>
          </a:prstGeom>
          <a:noFill/>
          <a:ln w="19080">
            <a:noFill/>
          </a:ln>
        </p:spPr>
        <p:txBody>
          <a:bodyPr lIns="91440" tIns="45720" rIns="91440" bIns="45720" anchor="t">
            <a:noAutofit/>
          </a:bodyPr>
          <a:lstStyle>
            <a:lvl1pPr indent="0" algn="r">
              <a:lnSpc>
                <a:spcPct val="100000"/>
              </a:lnSpc>
              <a:buNone/>
              <a:defRPr lang="en-US" sz="1000" b="0" u="none" strike="noStrike">
                <a:solidFill>
                  <a:srgbClr val="000000"/>
                </a:solidFill>
                <a:effectLst/>
                <a:uFillTx/>
                <a:latin typeface="微軟正黑體"/>
                <a:ea typeface="微軟正黑體"/>
              </a:defRPr>
            </a:lvl1pPr>
          </a:lstStyle>
          <a:p>
            <a:pPr indent="0" algn="r">
              <a:lnSpc>
                <a:spcPct val="100000"/>
              </a:lnSpc>
              <a:buNone/>
            </a:pPr>
            <a:fld id="{6C39F560-D0B5-45D5-B9A5-5C9CFD2C1ED6}" type="slidenum">
              <a:rPr lang="en-US" sz="1000" b="0" u="none" strike="noStrike">
                <a:solidFill>
                  <a:srgbClr val="000000"/>
                </a:solidFill>
                <a:effectLst/>
                <a:uFillTx/>
                <a:latin typeface="微軟正黑體"/>
                <a:ea typeface="微軟正黑體"/>
              </a:rPr>
              <a:t>&lt;編號&gt;</a:t>
            </a:fld>
            <a:endParaRPr lang="en-US" sz="10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1-Layout5-cust-2_自訂版面配置">
    <p:bg>
      <p:bgPr>
        <a:solidFill>
          <a:srgbClr val="FFFFFF"/>
        </a:solidFill>
      </p:bgPr>
    </p:bg>
    <p:spTree>
      <p:nvGrpSpPr>
        <p:cNvPr id="1" name=""/>
        <p:cNvGrpSpPr/>
        <p:nvPr/>
      </p:nvGrpSpPr>
      <p:grpSpPr>
        <a:xfrm>
          <a:off x="0" y="0"/>
          <a:ext cx="0" cy="0"/>
          <a:chOff x="0" y="0"/>
          <a:chExt cx="0" cy="0"/>
        </a:xfrm>
      </p:grpSpPr>
      <p:pic>
        <p:nvPicPr>
          <p:cNvPr id="38" name="图片 5"/>
          <p:cNvPicPr/>
          <p:nvPr/>
        </p:nvPicPr>
        <p:blipFill>
          <a:blip r:embed="rId2"/>
          <a:srcRect l="0" t="0" r="50001" b="54168"/>
          <a:stretch/>
        </p:blipFill>
        <p:spPr>
          <a:xfrm>
            <a:off x="0" y="7560"/>
            <a:ext cx="12192120" cy="6858000"/>
          </a:xfrm>
          <a:prstGeom prst="rect">
            <a:avLst/>
          </a:prstGeom>
          <a:noFill/>
          <a:ln w="19080">
            <a:noFill/>
          </a:ln>
        </p:spPr>
      </p:pic>
      <p:sp>
        <p:nvSpPr>
          <p:cNvPr id="39" name="PlaceHolder 1"/>
          <p:cNvSpPr>
            <a:spLocks noGrp="1"/>
          </p:cNvSpPr>
          <p:nvPr>
            <p:ph type="title"/>
          </p:nvPr>
        </p:nvSpPr>
        <p:spPr>
          <a:xfrm>
            <a:off x="335880" y="178920"/>
            <a:ext cx="11520000" cy="684000"/>
          </a:xfrm>
          <a:prstGeom prst="rect">
            <a:avLst/>
          </a:prstGeom>
          <a:noFill/>
          <a:ln w="19080">
            <a:noFill/>
          </a:ln>
        </p:spPr>
        <p:txBody>
          <a:bodyPr lIns="91440" tIns="45720" rIns="91440" bIns="45720" anchor="ctr">
            <a:noAutofit/>
          </a:bodyPr>
          <a:lstStyle>
            <a:lvl1pPr indent="0" algn="l">
              <a:lnSpc>
                <a:spcPct val="100000"/>
              </a:lnSpc>
              <a:buNone/>
              <a:defRPr lang="zh-TW" sz="3200" b="1" u="none" strike="noStrike">
                <a:solidFill>
                  <a:srgbClr val="000000"/>
                </a:solidFill>
                <a:effectLst/>
                <a:uFillTx/>
                <a:latin typeface="Microsoft YaHei"/>
                <a:ea typeface="Microsoft YaHei"/>
              </a:defRPr>
            </a:lvl1pPr>
          </a:lstStyle>
          <a:p>
            <a:pPr indent="0" algn="l">
              <a:lnSpc>
                <a:spcPct val="100000"/>
              </a:lnSpc>
              <a:buNone/>
            </a:pPr>
            <a:r>
              <a:rPr lang="zh-TW" sz="3200" b="1" u="none" strike="noStrike">
                <a:solidFill>
                  <a:srgbClr val="000000"/>
                </a:solidFill>
                <a:effectLst/>
                <a:uFillTx/>
                <a:latin typeface="Microsoft YaHei"/>
                <a:ea typeface="Microsoft YaHei"/>
              </a:rPr>
              <a:t>按一下以編輯母片標題樣式</a:t>
            </a:r>
            <a:endParaRPr lang="en-US" sz="3200" b="0" u="none" strike="noStrike">
              <a:solidFill>
                <a:srgbClr val="000000"/>
              </a:solidFill>
              <a:effectLst/>
              <a:uFillTx/>
              <a:latin typeface="Arial"/>
            </a:endParaRPr>
          </a:p>
        </p:txBody>
      </p:sp>
      <p:sp>
        <p:nvSpPr>
          <p:cNvPr id="40" name="PlaceHolder 2"/>
          <p:cNvSpPr>
            <a:spLocks noGrp="1"/>
          </p:cNvSpPr>
          <p:nvPr>
            <p:ph type="dt" idx="19"/>
          </p:nvPr>
        </p:nvSpPr>
        <p:spPr>
          <a:xfrm>
            <a:off x="838080" y="6356520"/>
            <a:ext cx="2743200" cy="365040"/>
          </a:xfrm>
          <a:prstGeom prst="rect">
            <a:avLst/>
          </a:prstGeom>
          <a:noFill/>
          <a:ln w="19080">
            <a:noFill/>
          </a:ln>
        </p:spPr>
        <p:txBody>
          <a:bodyPr lIns="91440" tIns="45720" rIns="91440" bIns="45720" anchor="ctr">
            <a:noAutofit/>
          </a:bodyPr>
          <a:lstStyle>
            <a:lvl1pPr indent="0" algn="l">
              <a:lnSpc>
                <a:spcPct val="100000"/>
              </a:lnSpc>
              <a:buNone/>
              <a:defRPr lang="en-US" sz="1200" b="0" u="none" strike="noStrike">
                <a:solidFill>
                  <a:srgbClr val="898989"/>
                </a:solidFill>
                <a:effectLst/>
                <a:uFillTx/>
                <a:latin typeface="Calibri"/>
                <a:ea typeface="新細明體"/>
              </a:defRPr>
            </a:lvl1pPr>
          </a:lstStyle>
          <a:p>
            <a:pPr indent="0" algn="l">
              <a:lnSpc>
                <a:spcPct val="100000"/>
              </a:lnSpc>
              <a:buNone/>
            </a:pPr>
            <a:fld id="{AC679C10-5F11-4FEC-AE97-9F3128DC9917}" type="datetime">
              <a:rPr lang="en-US" sz="1200" b="0" u="none" strike="noStrike">
                <a:solidFill>
                  <a:srgbClr val="898989"/>
                </a:solidFill>
                <a:effectLst/>
                <a:uFillTx/>
                <a:latin typeface="Calibri"/>
                <a:ea typeface="新細明體"/>
              </a:rPr>
              <a:t>7/31/26</a:t>
            </a:fld>
            <a:endParaRPr lang="en-US" sz="1200" b="0" u="none" strike="noStrike">
              <a:solidFill>
                <a:srgbClr val="000000"/>
              </a:solidFill>
              <a:effectLst/>
              <a:uFillTx/>
              <a:latin typeface="Times New Roman"/>
            </a:endParaRPr>
          </a:p>
        </p:txBody>
      </p:sp>
      <p:sp>
        <p:nvSpPr>
          <p:cNvPr id="41" name="PlaceHolder 3"/>
          <p:cNvSpPr>
            <a:spLocks noGrp="1"/>
          </p:cNvSpPr>
          <p:nvPr>
            <p:ph type="ftr" idx="20"/>
          </p:nvPr>
        </p:nvSpPr>
        <p:spPr>
          <a:xfrm>
            <a:off x="4038480" y="6356520"/>
            <a:ext cx="4114800" cy="365040"/>
          </a:xfrm>
          <a:prstGeom prst="rect">
            <a:avLst/>
          </a:prstGeom>
          <a:noFill/>
          <a:ln w="19080">
            <a:noFill/>
          </a:ln>
        </p:spPr>
        <p:txBody>
          <a:bodyPr lIns="91440" tIns="45720" rIns="91440" bIns="45720" anchor="ctr" anchorCtr="1">
            <a:noAutofit/>
          </a:bodyPr>
          <a:p>
            <a:pPr indent="0" algn="l">
              <a:buNone/>
            </a:pPr>
            <a:endParaRPr lang="en-US" sz="2400" b="0" u="none" strike="noStrike">
              <a:solidFill>
                <a:srgbClr val="000000"/>
              </a:solidFill>
              <a:effectLst/>
              <a:uFillTx/>
              <a:latin typeface="Times New Roman"/>
            </a:endParaRPr>
          </a:p>
        </p:txBody>
      </p:sp>
      <p:cxnSp>
        <p:nvCxnSpPr>
          <p:cNvPr id="42" name="直線接點 5"/>
          <p:cNvCxnSpPr/>
          <p:nvPr/>
        </p:nvCxnSpPr>
        <p:spPr>
          <a:xfrm>
            <a:off x="340920" y="862920"/>
            <a:ext cx="11515320" cy="360"/>
          </a:xfrm>
          <a:prstGeom prst="straightConnector1">
            <a:avLst/>
          </a:prstGeom>
          <a:ln w="6480">
            <a:solidFill>
              <a:srgbClr val="1F323B"/>
            </a:solidFill>
            <a:miter/>
          </a:ln>
        </p:spPr>
      </p:cxnSp>
      <p:sp>
        <p:nvSpPr>
          <p:cNvPr id="43" name="PlaceHolder 4"/>
          <p:cNvSpPr>
            <a:spLocks noGrp="1"/>
          </p:cNvSpPr>
          <p:nvPr>
            <p:ph type="sldNum" idx="21"/>
          </p:nvPr>
        </p:nvSpPr>
        <p:spPr>
          <a:xfrm>
            <a:off x="9448920" y="6500160"/>
            <a:ext cx="2743200" cy="365040"/>
          </a:xfrm>
          <a:prstGeom prst="rect">
            <a:avLst/>
          </a:prstGeom>
          <a:noFill/>
          <a:ln w="19080">
            <a:noFill/>
          </a:ln>
        </p:spPr>
        <p:txBody>
          <a:bodyPr lIns="91440" tIns="45720" rIns="91440" bIns="45720" anchor="t">
            <a:noAutofit/>
          </a:bodyPr>
          <a:lstStyle>
            <a:lvl1pPr indent="0" algn="r">
              <a:lnSpc>
                <a:spcPct val="100000"/>
              </a:lnSpc>
              <a:buNone/>
              <a:defRPr lang="en-US" sz="1000" b="0" u="none" strike="noStrike">
                <a:solidFill>
                  <a:srgbClr val="000000"/>
                </a:solidFill>
                <a:effectLst/>
                <a:uFillTx/>
                <a:latin typeface="微軟正黑體"/>
                <a:ea typeface="微軟正黑體"/>
              </a:defRPr>
            </a:lvl1pPr>
          </a:lstStyle>
          <a:p>
            <a:pPr indent="0" algn="r">
              <a:lnSpc>
                <a:spcPct val="100000"/>
              </a:lnSpc>
              <a:buNone/>
            </a:pPr>
            <a:fld id="{E8C92ED3-3B31-41F5-950A-FD6E35ABA7E9}" type="slidenum">
              <a:rPr lang="en-US" sz="1000" b="0" u="none" strike="noStrike">
                <a:solidFill>
                  <a:srgbClr val="000000"/>
                </a:solidFill>
                <a:effectLst/>
                <a:uFillTx/>
                <a:latin typeface="微軟正黑體"/>
                <a:ea typeface="微軟正黑體"/>
              </a:rPr>
              <a:t>&lt;編號&gt;</a:t>
            </a:fld>
            <a:endParaRPr lang="en-US" sz="10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1-Layout6-cust-標題及物件">
    <p:bg>
      <p:bgPr>
        <a:solidFill>
          <a:srgbClr val="FFFFFF"/>
        </a:solidFill>
      </p:bgPr>
    </p:bg>
    <p:spTree>
      <p:nvGrpSpPr>
        <p:cNvPr id="1" name=""/>
        <p:cNvGrpSpPr/>
        <p:nvPr/>
      </p:nvGrpSpPr>
      <p:grpSpPr>
        <a:xfrm>
          <a:off x="0" y="0"/>
          <a:ext cx="0" cy="0"/>
          <a:chOff x="0" y="0"/>
          <a:chExt cx="0" cy="0"/>
        </a:xfrm>
      </p:grpSpPr>
      <p:pic>
        <p:nvPicPr>
          <p:cNvPr id="44" name="图片 5"/>
          <p:cNvPicPr/>
          <p:nvPr/>
        </p:nvPicPr>
        <p:blipFill>
          <a:blip r:embed="rId2"/>
          <a:srcRect l="0" t="0" r="50001" b="54168"/>
          <a:stretch/>
        </p:blipFill>
        <p:spPr>
          <a:xfrm>
            <a:off x="0" y="7560"/>
            <a:ext cx="12192120" cy="6858000"/>
          </a:xfrm>
          <a:prstGeom prst="rect">
            <a:avLst/>
          </a:prstGeom>
          <a:noFill/>
          <a:ln w="19080">
            <a:noFill/>
          </a:ln>
        </p:spPr>
      </p:pic>
      <p:sp>
        <p:nvSpPr>
          <p:cNvPr id="45" name="PlaceHolder 1"/>
          <p:cNvSpPr>
            <a:spLocks noGrp="1"/>
          </p:cNvSpPr>
          <p:nvPr>
            <p:ph type="dt" idx="22"/>
          </p:nvPr>
        </p:nvSpPr>
        <p:spPr>
          <a:xfrm>
            <a:off x="838080" y="6356520"/>
            <a:ext cx="2743200" cy="365040"/>
          </a:xfrm>
          <a:prstGeom prst="rect">
            <a:avLst/>
          </a:prstGeom>
          <a:noFill/>
          <a:ln w="19080">
            <a:noFill/>
          </a:ln>
        </p:spPr>
        <p:txBody>
          <a:bodyPr lIns="91440" tIns="45720" rIns="91440" bIns="45720" anchor="ctr">
            <a:noAutofit/>
          </a:bodyPr>
          <a:lstStyle>
            <a:lvl1pPr indent="0" algn="l">
              <a:lnSpc>
                <a:spcPct val="100000"/>
              </a:lnSpc>
              <a:buNone/>
              <a:defRPr lang="en-US" sz="1200" b="0" u="none" strike="noStrike">
                <a:solidFill>
                  <a:srgbClr val="898989"/>
                </a:solidFill>
                <a:effectLst/>
                <a:uFillTx/>
                <a:latin typeface="Calibri"/>
                <a:ea typeface="新細明體"/>
              </a:defRPr>
            </a:lvl1pPr>
          </a:lstStyle>
          <a:p>
            <a:pPr indent="0" algn="l">
              <a:lnSpc>
                <a:spcPct val="100000"/>
              </a:lnSpc>
              <a:buNone/>
            </a:pPr>
            <a:fld id="{23055D96-DBD9-426F-92AC-D0BE9FA0FEC6}" type="datetime">
              <a:rPr lang="en-US" sz="1200" b="0" u="none" strike="noStrike">
                <a:solidFill>
                  <a:srgbClr val="898989"/>
                </a:solidFill>
                <a:effectLst/>
                <a:uFillTx/>
                <a:latin typeface="Calibri"/>
                <a:ea typeface="新細明體"/>
              </a:rPr>
              <a:t>7/31/26</a:t>
            </a:fld>
            <a:endParaRPr lang="en-US" sz="1200" b="0" u="none" strike="noStrike">
              <a:solidFill>
                <a:srgbClr val="000000"/>
              </a:solidFill>
              <a:effectLst/>
              <a:uFillTx/>
              <a:latin typeface="Times New Roman"/>
            </a:endParaRPr>
          </a:p>
        </p:txBody>
      </p:sp>
      <p:sp>
        <p:nvSpPr>
          <p:cNvPr id="46" name="PlaceHolder 2"/>
          <p:cNvSpPr>
            <a:spLocks noGrp="1"/>
          </p:cNvSpPr>
          <p:nvPr>
            <p:ph type="ftr" idx="23"/>
          </p:nvPr>
        </p:nvSpPr>
        <p:spPr>
          <a:xfrm>
            <a:off x="4038480" y="6356520"/>
            <a:ext cx="4114800" cy="365040"/>
          </a:xfrm>
          <a:prstGeom prst="rect">
            <a:avLst/>
          </a:prstGeom>
          <a:noFill/>
          <a:ln w="19080">
            <a:noFill/>
          </a:ln>
        </p:spPr>
        <p:txBody>
          <a:bodyPr lIns="91440" tIns="45720" rIns="91440" bIns="45720" anchor="ctr" anchorCtr="1">
            <a:noAutofit/>
          </a:bodyPr>
          <a:p>
            <a:pPr indent="0" algn="l">
              <a:buNone/>
            </a:pPr>
            <a:endParaRPr lang="en-US" sz="2400" b="0" u="none" strike="noStrike">
              <a:solidFill>
                <a:srgbClr val="000000"/>
              </a:solidFill>
              <a:effectLst/>
              <a:uFillTx/>
              <a:latin typeface="Times New Roman"/>
            </a:endParaRPr>
          </a:p>
        </p:txBody>
      </p:sp>
      <p:sp>
        <p:nvSpPr>
          <p:cNvPr id="47" name="PlaceHolder 3"/>
          <p:cNvSpPr>
            <a:spLocks noGrp="1"/>
          </p:cNvSpPr>
          <p:nvPr>
            <p:ph type="title"/>
          </p:nvPr>
        </p:nvSpPr>
        <p:spPr>
          <a:xfrm>
            <a:off x="515880" y="358920"/>
            <a:ext cx="11160000" cy="803160"/>
          </a:xfrm>
          <a:prstGeom prst="rect">
            <a:avLst/>
          </a:prstGeom>
          <a:noFill/>
          <a:ln w="19080">
            <a:noFill/>
          </a:ln>
        </p:spPr>
        <p:txBody>
          <a:bodyPr lIns="91440" tIns="45720" rIns="91440" bIns="45720" anchor="ctr">
            <a:normAutofit/>
          </a:bodyPr>
          <a:lstStyle>
            <a:lvl1pPr indent="0" algn="l">
              <a:lnSpc>
                <a:spcPct val="90000"/>
              </a:lnSpc>
              <a:buNone/>
              <a:defRPr lang="zh-TW" sz="4000" b="1" u="none" strike="noStrike">
                <a:solidFill>
                  <a:srgbClr val="000000"/>
                </a:solidFill>
                <a:effectLst/>
                <a:uFillTx/>
                <a:latin typeface="微軟正黑體"/>
                <a:ea typeface="微軟正黑體"/>
              </a:defRPr>
            </a:lvl1pPr>
          </a:lstStyle>
          <a:p>
            <a:pPr indent="0" algn="l">
              <a:lnSpc>
                <a:spcPct val="90000"/>
              </a:lnSpc>
              <a:buNone/>
            </a:pPr>
            <a:r>
              <a:rPr lang="zh-TW" sz="4000" b="1" u="none" strike="noStrike">
                <a:solidFill>
                  <a:srgbClr val="000000"/>
                </a:solidFill>
                <a:effectLst/>
                <a:uFillTx/>
                <a:latin typeface="微軟正黑體"/>
                <a:ea typeface="微軟正黑體"/>
              </a:rPr>
              <a:t>按一下以編輯母片標題樣式</a:t>
            </a:r>
            <a:endParaRPr lang="en-US" sz="4000" b="0" u="none" strike="noStrike">
              <a:solidFill>
                <a:srgbClr val="000000"/>
              </a:solidFill>
              <a:effectLst/>
              <a:uFillTx/>
              <a:latin typeface="Arial"/>
            </a:endParaRPr>
          </a:p>
        </p:txBody>
      </p:sp>
      <p:sp>
        <p:nvSpPr>
          <p:cNvPr id="48" name="PlaceHolder 4"/>
          <p:cNvSpPr>
            <a:spLocks noGrp="1"/>
          </p:cNvSpPr>
          <p:nvPr>
            <p:ph type="title"/>
          </p:nvPr>
        </p:nvSpPr>
        <p:spPr>
          <a:xfrm>
            <a:off x="515880" y="1268640"/>
            <a:ext cx="11160000" cy="4824360"/>
          </a:xfrm>
          <a:prstGeom prst="rect">
            <a:avLst/>
          </a:prstGeom>
          <a:noFill/>
          <a:ln w="19080">
            <a:noFill/>
          </a:ln>
        </p:spPr>
        <p:txBody>
          <a:bodyPr lIns="91440" tIns="45720" rIns="91440" bIns="45720" anchor="t">
            <a:normAutofit/>
          </a:bodyPr>
          <a:lstStyle>
            <a:lvl1pPr marL="228600" indent="-228600" algn="l">
              <a:lnSpc>
                <a:spcPct val="90000"/>
              </a:lnSpc>
              <a:spcBef>
                <a:spcPts val="1001"/>
              </a:spcBef>
              <a:buClr>
                <a:srgbClr val="000000"/>
              </a:buClr>
              <a:buFont typeface="Arial"/>
              <a:buChar char="•"/>
              <a:defRPr lang="zh-TW" sz="2800" b="0" u="none" strike="noStrike">
                <a:solidFill>
                  <a:srgbClr val="000000"/>
                </a:solidFill>
                <a:effectLst/>
                <a:uFillTx/>
                <a:latin typeface="微軟正黑體"/>
                <a:ea typeface="微軟正黑體"/>
              </a:defRPr>
            </a:lvl1pPr>
          </a:lstStyle>
          <a:p>
            <a:pPr marL="228600" indent="-228600" algn="l">
              <a:lnSpc>
                <a:spcPct val="90000"/>
              </a:lnSpc>
              <a:spcBef>
                <a:spcPts val="1001"/>
              </a:spcBef>
              <a:buClr>
                <a:srgbClr val="000000"/>
              </a:buClr>
              <a:buFont typeface="Arial"/>
              <a:buChar char="•"/>
            </a:pPr>
            <a:r>
              <a:rPr lang="zh-TW" sz="2800" b="0" u="none" strike="noStrike">
                <a:solidFill>
                  <a:srgbClr val="000000"/>
                </a:solidFill>
                <a:effectLst/>
                <a:uFillTx/>
                <a:latin typeface="微軟正黑體"/>
                <a:ea typeface="微軟正黑體"/>
              </a:rPr>
              <a:t>按一下以編輯母片文字樣式</a:t>
            </a:r>
            <a:endParaRPr lang="en-US" sz="2800" b="0" u="none" strike="noStrike">
              <a:solidFill>
                <a:srgbClr val="000000"/>
              </a:solidFill>
              <a:effectLst/>
              <a:uFillTx/>
              <a:latin typeface="Arial"/>
            </a:endParaRPr>
          </a:p>
          <a:p>
            <a:pPr marL="685800" lvl="1" indent="-228600" algn="l">
              <a:lnSpc>
                <a:spcPct val="90000"/>
              </a:lnSpc>
              <a:spcBef>
                <a:spcPts val="499"/>
              </a:spcBef>
              <a:buClr>
                <a:srgbClr val="000000"/>
              </a:buClr>
              <a:buFont typeface="Arial"/>
              <a:buChar char="•"/>
            </a:pPr>
            <a:r>
              <a:rPr lang="zh-TW" sz="2400" b="0" u="none" strike="noStrike">
                <a:solidFill>
                  <a:srgbClr val="000000"/>
                </a:solidFill>
                <a:effectLst/>
                <a:uFillTx/>
                <a:latin typeface="微軟正黑體"/>
                <a:ea typeface="微軟正黑體"/>
              </a:rPr>
              <a:t>第二層</a:t>
            </a:r>
            <a:endParaRPr lang="en-US" sz="2400" b="0" u="none" strike="noStrike">
              <a:solidFill>
                <a:srgbClr val="000000"/>
              </a:solidFill>
              <a:effectLst/>
              <a:uFillTx/>
              <a:latin typeface="Arial"/>
            </a:endParaRPr>
          </a:p>
          <a:p>
            <a:pPr marL="1143000" lvl="2" indent="-228600" algn="l">
              <a:lnSpc>
                <a:spcPct val="90000"/>
              </a:lnSpc>
              <a:spcBef>
                <a:spcPts val="499"/>
              </a:spcBef>
              <a:buClr>
                <a:srgbClr val="000000"/>
              </a:buClr>
              <a:buFont typeface="Arial"/>
              <a:buChar char="•"/>
            </a:pPr>
            <a:r>
              <a:rPr lang="zh-TW" sz="2000" b="0" u="none" strike="noStrike">
                <a:solidFill>
                  <a:srgbClr val="000000"/>
                </a:solidFill>
                <a:effectLst/>
                <a:uFillTx/>
                <a:latin typeface="微軟正黑體"/>
                <a:ea typeface="微軟正黑體"/>
              </a:rPr>
              <a:t>第三層</a:t>
            </a:r>
            <a:endParaRPr lang="en-US" sz="2000" b="0" u="none" strike="noStrike">
              <a:solidFill>
                <a:srgbClr val="000000"/>
              </a:solidFill>
              <a:effectLst/>
              <a:uFillTx/>
              <a:latin typeface="Arial"/>
            </a:endParaRPr>
          </a:p>
          <a:p>
            <a:pPr marL="1600200" lvl="3" indent="-228600" algn="l">
              <a:lnSpc>
                <a:spcPct val="90000"/>
              </a:lnSpc>
              <a:spcBef>
                <a:spcPts val="499"/>
              </a:spcBef>
              <a:buClr>
                <a:srgbClr val="000000"/>
              </a:buClr>
              <a:buFont typeface="Arial"/>
              <a:buChar char="•"/>
            </a:pPr>
            <a:r>
              <a:rPr lang="zh-TW" sz="1800" b="0" u="none" strike="noStrike">
                <a:solidFill>
                  <a:srgbClr val="000000"/>
                </a:solidFill>
                <a:effectLst/>
                <a:uFillTx/>
                <a:latin typeface="微軟正黑體"/>
                <a:ea typeface="微軟正黑體"/>
              </a:rPr>
              <a:t>第四層</a:t>
            </a:r>
            <a:endParaRPr lang="en-US" sz="1800" b="0" u="none" strike="noStrike">
              <a:solidFill>
                <a:srgbClr val="000000"/>
              </a:solidFill>
              <a:effectLst/>
              <a:uFillTx/>
              <a:latin typeface="Arial"/>
            </a:endParaRPr>
          </a:p>
          <a:p>
            <a:pPr marL="2057400" lvl="4" indent="-228600" algn="l">
              <a:lnSpc>
                <a:spcPct val="90000"/>
              </a:lnSpc>
              <a:spcBef>
                <a:spcPts val="499"/>
              </a:spcBef>
              <a:buClr>
                <a:srgbClr val="000000"/>
              </a:buClr>
              <a:buFont typeface="Arial"/>
              <a:buChar char="•"/>
            </a:pPr>
            <a:r>
              <a:rPr lang="zh-TW" sz="1800" b="0" u="none" strike="noStrike">
                <a:solidFill>
                  <a:srgbClr val="000000"/>
                </a:solidFill>
                <a:effectLst/>
                <a:uFillTx/>
                <a:latin typeface="微軟正黑體"/>
                <a:ea typeface="微軟正黑體"/>
              </a:rPr>
              <a:t>第五層</a:t>
            </a:r>
            <a:endParaRPr lang="en-US" sz="1800" b="0" u="none" strike="noStrike">
              <a:solidFill>
                <a:srgbClr val="000000"/>
              </a:solidFill>
              <a:effectLst/>
              <a:uFillTx/>
              <a:latin typeface="Arial"/>
            </a:endParaRPr>
          </a:p>
        </p:txBody>
      </p:sp>
      <p:sp>
        <p:nvSpPr>
          <p:cNvPr id="49" name="PlaceHolder 5"/>
          <p:cNvSpPr>
            <a:spLocks noGrp="1"/>
          </p:cNvSpPr>
          <p:nvPr>
            <p:ph type="sldNum" idx="24"/>
          </p:nvPr>
        </p:nvSpPr>
        <p:spPr>
          <a:xfrm>
            <a:off x="9448920" y="6500160"/>
            <a:ext cx="2743200" cy="365040"/>
          </a:xfrm>
          <a:prstGeom prst="rect">
            <a:avLst/>
          </a:prstGeom>
          <a:noFill/>
          <a:ln w="19080">
            <a:noFill/>
          </a:ln>
        </p:spPr>
        <p:txBody>
          <a:bodyPr lIns="91440" tIns="45720" rIns="91440" bIns="45720" anchor="t">
            <a:noAutofit/>
          </a:bodyPr>
          <a:lstStyle>
            <a:lvl1pPr indent="0" algn="r">
              <a:lnSpc>
                <a:spcPct val="100000"/>
              </a:lnSpc>
              <a:buNone/>
              <a:defRPr lang="en-US" sz="1000" b="0" u="none" strike="noStrike">
                <a:solidFill>
                  <a:srgbClr val="000000"/>
                </a:solidFill>
                <a:effectLst/>
                <a:uFillTx/>
                <a:latin typeface="微軟正黑體"/>
                <a:ea typeface="微軟正黑體"/>
              </a:defRPr>
            </a:lvl1pPr>
          </a:lstStyle>
          <a:p>
            <a:pPr indent="0" algn="r">
              <a:lnSpc>
                <a:spcPct val="100000"/>
              </a:lnSpc>
              <a:buNone/>
            </a:pPr>
            <a:fld id="{989D8305-3115-4E10-AD28-D36748374186}" type="slidenum">
              <a:rPr lang="en-US" sz="1000" b="0" u="none" strike="noStrike">
                <a:solidFill>
                  <a:srgbClr val="000000"/>
                </a:solidFill>
                <a:effectLst/>
                <a:uFillTx/>
                <a:latin typeface="微軟正黑體"/>
                <a:ea typeface="微軟正黑體"/>
              </a:rPr>
              <a:t>&lt;編號&gt;</a:t>
            </a:fld>
            <a:endParaRPr lang="en-US" sz="1000" b="0" u="none" strike="noStrike">
              <a:solidFill>
                <a:srgbClr val="000000"/>
              </a:solidFill>
              <a:effectLst/>
              <a:uFillTx/>
              <a:latin typeface="Times New Roman"/>
            </a:endParaRPr>
          </a:p>
        </p:txBody>
      </p:sp>
      <p:sp>
        <p:nvSpPr>
          <p:cNvPr id="50" name="PlaceHolder 6"/>
          <p:cNvSpPr>
            <a:spLocks noGrp="1"/>
          </p:cNvSpPr>
          <p:nvPr>
            <p:ph type="body"/>
          </p:nvPr>
        </p:nvSpPr>
        <p:spPr>
          <a:xfrm>
            <a:off x="609480" y="1604520"/>
            <a:ext cx="10972440" cy="3977280"/>
          </a:xfrm>
          <a:prstGeom prst="rect">
            <a:avLst/>
          </a:prstGeom>
          <a:noFill/>
          <a:ln w="19080">
            <a:noFill/>
          </a:ln>
        </p:spPr>
        <p:txBody>
          <a:bodyPr lIns="0" tIns="0" rIns="0" bIns="0" anchor="t">
            <a:normAutofit/>
          </a:bodyPr>
          <a:lstStyle>
            <a:lvl1pPr algn="l">
              <a:spcBef>
                <a:spcPts val="1417"/>
              </a:spcBef>
              <a:buClr>
                <a:srgbClr val="000000"/>
              </a:buClr>
              <a:buSzPct val="45000"/>
              <a:buFont typeface="Wingdings" charset="2"/>
              <a:buChar char=""/>
              <a:defRPr lang="zh-TW"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zh-TW"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zh-TW"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zh-TW"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zh-TW"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zh-TW"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zh-TW"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zh-TW" sz="3200" b="0" u="none" strike="noStrike">
                <a:solidFill>
                  <a:srgbClr val="000000"/>
                </a:solidFill>
                <a:effectLst/>
                <a:uFillTx/>
                <a:latin typeface="Arial"/>
              </a:rPr>
              <a:t>請按這裡編輯大綱文字格式</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zh-TW" sz="2800" b="0" u="none" strike="noStrike">
                <a:solidFill>
                  <a:srgbClr val="000000"/>
                </a:solidFill>
                <a:effectLst/>
                <a:uFillTx/>
                <a:latin typeface="Arial"/>
              </a:rPr>
              <a:t>第二個大綱層次</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zh-TW" sz="2400" b="0" u="none" strike="noStrike">
                <a:solidFill>
                  <a:srgbClr val="000000"/>
                </a:solidFill>
                <a:effectLst/>
                <a:uFillTx/>
                <a:latin typeface="Arial"/>
              </a:rPr>
              <a:t>第三個大綱層次</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zh-TW" sz="2000" b="0" u="none" strike="noStrike">
                <a:solidFill>
                  <a:srgbClr val="000000"/>
                </a:solidFill>
                <a:effectLst/>
                <a:uFillTx/>
                <a:latin typeface="Arial"/>
              </a:rPr>
              <a:t>第四個大綱層次</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zh-TW" sz="2000" b="0" u="none" strike="noStrike">
                <a:solidFill>
                  <a:srgbClr val="000000"/>
                </a:solidFill>
                <a:effectLst/>
                <a:uFillTx/>
                <a:latin typeface="Arial"/>
              </a:rPr>
              <a:t>第五個大綱層次</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zh-TW" sz="2000" b="0" u="none" strike="noStrike">
                <a:solidFill>
                  <a:srgbClr val="000000"/>
                </a:solidFill>
                <a:effectLst/>
                <a:uFillTx/>
                <a:latin typeface="Arial"/>
              </a:rPr>
              <a:t>第六個大綱層次</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zh-TW" sz="2000" b="0" u="none" strike="noStrike">
                <a:solidFill>
                  <a:srgbClr val="000000"/>
                </a:solidFill>
                <a:effectLst/>
                <a:uFillTx/>
                <a:latin typeface="Arial"/>
              </a:rPr>
              <a:t>第七個大綱層次</a:t>
            </a:r>
            <a:endParaRPr lang="en-US" sz="20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7" name="等腰三角形 9"/>
          <p:cNvSpPr/>
          <p:nvPr/>
        </p:nvSpPr>
        <p:spPr>
          <a:xfrm>
            <a:off x="10080" y="5533920"/>
            <a:ext cx="9001080" cy="1324080"/>
          </a:xfrm>
          <a:custGeom>
            <a:avLst/>
            <a:gdLst>
              <a:gd name="textAreaLeft" fmla="*/ 0 w 9001080"/>
              <a:gd name="textAreaRight" fmla="*/ 4500720 w 9001080"/>
              <a:gd name="textAreaTop" fmla="*/ 662040 h 1324080"/>
              <a:gd name="textAreaBottom" fmla="*/ 1324440 h 1324080"/>
            </a:gdLst>
            <a:ahLst/>
            <a:cxnLst/>
            <a:rect l="textAreaLeft" t="textAreaTop" r="textAreaRight" b="textAreaBottom"/>
            <a:pathLst>
              <a:path w="146803" h="21600">
                <a:moveTo>
                  <a:pt x="0" y="21600"/>
                </a:moveTo>
                <a:lnTo>
                  <a:pt x="0" y="0"/>
                </a:lnTo>
                <a:lnTo>
                  <a:pt x="146803" y="21600"/>
                </a:lnTo>
                <a:close/>
              </a:path>
            </a:pathLst>
          </a:custGeom>
          <a:solidFill>
            <a:srgbClr val="CCCC00"/>
          </a:solidFill>
          <a:ln w="0">
            <a:noFill/>
          </a:ln>
        </p:spPr>
        <p:style>
          <a:lnRef idx="0"/>
          <a:fillRef idx="0"/>
          <a:effectRef idx="0"/>
          <a:fontRef idx="minor"/>
        </p:style>
        <p:txBody>
          <a:bodyPr anchor="ctr" anchorCtr="1">
            <a:noAutofit/>
          </a:bodyPr>
          <a:p>
            <a:endParaRPr lang="en-US" sz="1800" b="0" u="none" strike="noStrike">
              <a:solidFill>
                <a:srgbClr val="000000"/>
              </a:solidFill>
              <a:effectLst/>
              <a:uFillTx/>
              <a:latin typeface="Arial"/>
            </a:endParaRPr>
          </a:p>
        </p:txBody>
      </p:sp>
      <p:sp>
        <p:nvSpPr>
          <p:cNvPr id="58" name="等腰三角形 10"/>
          <p:cNvSpPr/>
          <p:nvPr/>
        </p:nvSpPr>
        <p:spPr>
          <a:xfrm flipH="1">
            <a:off x="3180240" y="5232960"/>
            <a:ext cx="9001080" cy="1625040"/>
          </a:xfrm>
          <a:custGeom>
            <a:avLst/>
            <a:gdLst>
              <a:gd name="textAreaLeft" fmla="*/ -360 w 9001080"/>
              <a:gd name="textAreaRight" fmla="*/ 4500360 w 9001080"/>
              <a:gd name="textAreaTop" fmla="*/ 812520 h 1625040"/>
              <a:gd name="textAreaBottom" fmla="*/ 1625400 h 1625040"/>
            </a:gdLst>
            <a:ahLst/>
            <a:cxnLst/>
            <a:rect l="textAreaLeft" t="textAreaTop" r="textAreaRight" b="textAreaBottom"/>
            <a:pathLst>
              <a:path w="119620" h="21600">
                <a:moveTo>
                  <a:pt x="0" y="21600"/>
                </a:moveTo>
                <a:lnTo>
                  <a:pt x="0" y="0"/>
                </a:lnTo>
                <a:lnTo>
                  <a:pt x="119620" y="21600"/>
                </a:lnTo>
                <a:close/>
              </a:path>
            </a:pathLst>
          </a:custGeom>
          <a:solidFill>
            <a:srgbClr val="162946"/>
          </a:solidFill>
          <a:ln w="0">
            <a:noFill/>
          </a:ln>
        </p:spPr>
        <p:style>
          <a:lnRef idx="0"/>
          <a:fillRef idx="0"/>
          <a:effectRef idx="0"/>
          <a:fontRef idx="minor"/>
        </p:style>
        <p:txBody>
          <a:bodyPr anchor="ctr" anchorCtr="1">
            <a:noAutofit/>
          </a:bodyPr>
          <a:p>
            <a:endParaRPr lang="en-US" sz="1800" b="0" u="none" strike="noStrike">
              <a:solidFill>
                <a:srgbClr val="FFFFFF"/>
              </a:solidFill>
              <a:effectLst/>
              <a:uFillTx/>
              <a:latin typeface="Arial"/>
            </a:endParaRPr>
          </a:p>
        </p:txBody>
      </p:sp>
      <p:cxnSp>
        <p:nvCxnSpPr>
          <p:cNvPr id="59" name="直線接點 8"/>
          <p:cNvCxnSpPr/>
          <p:nvPr/>
        </p:nvCxnSpPr>
        <p:spPr>
          <a:xfrm>
            <a:off x="3081240" y="1499760"/>
            <a:ext cx="5992560" cy="360"/>
          </a:xfrm>
          <a:prstGeom prst="straightConnector1">
            <a:avLst/>
          </a:prstGeom>
          <a:ln w="380880">
            <a:solidFill>
              <a:srgbClr val="C9DEE9"/>
            </a:solidFill>
            <a:miter/>
          </a:ln>
        </p:spPr>
      </p:cxnSp>
      <p:sp>
        <p:nvSpPr>
          <p:cNvPr id="60" name="PlaceHolder 1"/>
          <p:cNvSpPr>
            <a:spLocks noGrp="1"/>
          </p:cNvSpPr>
          <p:nvPr>
            <p:ph type="title"/>
          </p:nvPr>
        </p:nvSpPr>
        <p:spPr>
          <a:xfrm>
            <a:off x="2154960" y="88560"/>
            <a:ext cx="7856640" cy="1875960"/>
          </a:xfrm>
          <a:prstGeom prst="rect">
            <a:avLst/>
          </a:prstGeom>
          <a:noFill/>
          <a:ln w="19080">
            <a:noFill/>
          </a:ln>
        </p:spPr>
        <p:txBody>
          <a:bodyPr lIns="91440" tIns="45720" rIns="91440" bIns="45720" anchor="ctr" anchorCtr="1">
            <a:normAutofit/>
          </a:bodyPr>
          <a:p>
            <a:pPr indent="0" algn="ctr">
              <a:lnSpc>
                <a:spcPct val="150000"/>
              </a:lnSpc>
              <a:buNone/>
            </a:pPr>
            <a:r>
              <a:rPr lang="zh-TW" sz="2400" b="1" u="none" strike="noStrike">
                <a:solidFill>
                  <a:srgbClr val="000000"/>
                </a:solidFill>
                <a:effectLst/>
                <a:uFillTx/>
                <a:latin typeface="微軟正黑體"/>
                <a:ea typeface="微軟正黑體"/>
              </a:rPr>
              <a:t>數位發展部數位產業署</a:t>
            </a:r>
            <a:br>
              <a:rPr sz="2400"/>
            </a:br>
            <a:r>
              <a:rPr lang="en-US" sz="4000" b="1" u="none" strike="noStrike">
                <a:solidFill>
                  <a:srgbClr val="000000"/>
                </a:solidFill>
                <a:effectLst/>
                <a:uFillTx/>
                <a:latin typeface="微軟正黑體"/>
                <a:ea typeface="微軟正黑體"/>
              </a:rPr>
              <a:t>AI</a:t>
            </a:r>
            <a:r>
              <a:rPr lang="zh-TW" sz="4000" b="1" u="none" strike="noStrike">
                <a:solidFill>
                  <a:srgbClr val="000000"/>
                </a:solidFill>
                <a:effectLst/>
                <a:uFillTx/>
                <a:latin typeface="微軟正黑體"/>
                <a:ea typeface="微軟正黑體"/>
              </a:rPr>
              <a:t>創新服務研發補助計畫</a:t>
            </a:r>
            <a:endParaRPr lang="en-US" sz="4000" b="0" u="none" strike="noStrike">
              <a:solidFill>
                <a:srgbClr val="000000"/>
              </a:solidFill>
              <a:effectLst/>
              <a:uFillTx/>
              <a:latin typeface="Arial"/>
            </a:endParaRPr>
          </a:p>
        </p:txBody>
      </p:sp>
      <p:sp>
        <p:nvSpPr>
          <p:cNvPr id="61" name="Rectangle 8"/>
          <p:cNvSpPr/>
          <p:nvPr/>
        </p:nvSpPr>
        <p:spPr>
          <a:xfrm>
            <a:off x="3368520" y="4658760"/>
            <a:ext cx="5454720" cy="1342440"/>
          </a:xfrm>
          <a:custGeom>
            <a:avLst/>
            <a:gdLst/>
            <a:ahLst/>
            <a:rect l="l" t="t" r="r" b="b"/>
            <a:pathLst>
              <a:path w="21600" h="21600">
                <a:moveTo>
                  <a:pt x="0" y="0"/>
                </a:moveTo>
                <a:lnTo>
                  <a:pt x="21600" y="0"/>
                </a:lnTo>
                <a:lnTo>
                  <a:pt x="21600" y="21600"/>
                </a:lnTo>
                <a:lnTo>
                  <a:pt x="0" y="21600"/>
                </a:lnTo>
                <a:close/>
              </a:path>
            </a:pathLst>
          </a:custGeom>
          <a:noFill/>
          <a:ln w="0">
            <a:noFill/>
          </a:ln>
        </p:spPr>
        <p:style>
          <a:lnRef idx="0"/>
          <a:fillRef idx="0"/>
          <a:effectRef idx="0"/>
          <a:fontRef idx="minor"/>
        </p:style>
        <p:txBody>
          <a:bodyPr lIns="92160" tIns="46080" rIns="92160" bIns="46080" anchor="t" anchorCtr="1">
            <a:spAutoFit/>
          </a:bodyPr>
          <a:p>
            <a:pPr algn="ctr">
              <a:lnSpc>
                <a:spcPct val="100000"/>
              </a:lnSpc>
              <a:spcAft>
                <a:spcPts val="601"/>
              </a:spcAft>
            </a:pPr>
            <a:r>
              <a:rPr lang="en-US" sz="2400" b="1" u="none" strike="noStrike">
                <a:solidFill>
                  <a:srgbClr val="000000"/>
                </a:solidFill>
                <a:effectLst/>
                <a:uFillTx/>
                <a:latin typeface="微軟正黑體"/>
                <a:ea typeface="微軟正黑體"/>
              </a:rPr>
              <a:t>○○○○○公司</a:t>
            </a:r>
            <a:endParaRPr lang="en-US" sz="2400" b="0" u="none" strike="noStrike">
              <a:solidFill>
                <a:srgbClr val="000000"/>
              </a:solidFill>
              <a:effectLst/>
              <a:uFillTx/>
              <a:latin typeface="Arial"/>
            </a:endParaRPr>
          </a:p>
          <a:p>
            <a:pPr algn="ctr">
              <a:lnSpc>
                <a:spcPct val="100000"/>
              </a:lnSpc>
              <a:spcAft>
                <a:spcPts val="601"/>
              </a:spcAft>
            </a:pPr>
            <a:r>
              <a:rPr lang="zh-TW" sz="2400" b="1" u="none" strike="noStrike">
                <a:solidFill>
                  <a:srgbClr val="000000"/>
                </a:solidFill>
                <a:effectLst/>
                <a:uFillTx/>
                <a:latin typeface="微軟正黑體"/>
                <a:ea typeface="微軟正黑體"/>
              </a:rPr>
              <a:t>報告人：○○○</a:t>
            </a:r>
            <a:r>
              <a:rPr lang="en-US" sz="2400" b="1" u="none" strike="noStrike">
                <a:solidFill>
                  <a:srgbClr val="000000"/>
                </a:solidFill>
                <a:effectLst/>
                <a:uFillTx/>
                <a:latin typeface="微軟正黑體"/>
                <a:ea typeface="微軟正黑體"/>
              </a:rPr>
              <a:t>(</a:t>
            </a:r>
            <a:r>
              <a:rPr lang="zh-TW" sz="2400" b="1" u="none" strike="noStrike">
                <a:solidFill>
                  <a:srgbClr val="000000"/>
                </a:solidFill>
                <a:effectLst/>
                <a:uFillTx/>
                <a:latin typeface="微軟正黑體"/>
                <a:ea typeface="微軟正黑體"/>
              </a:rPr>
              <a:t>姓名</a:t>
            </a:r>
            <a:r>
              <a:rPr lang="en-US" sz="2400" b="1" u="none" strike="noStrike">
                <a:solidFill>
                  <a:srgbClr val="000000"/>
                </a:solidFill>
                <a:effectLst/>
                <a:uFillTx/>
                <a:latin typeface="微軟正黑體"/>
                <a:ea typeface="微軟正黑體"/>
              </a:rPr>
              <a:t>)</a:t>
            </a:r>
            <a:r>
              <a:rPr lang="zh-TW" sz="2400" b="1" u="none" strike="noStrike">
                <a:solidFill>
                  <a:srgbClr val="000000"/>
                </a:solidFill>
                <a:effectLst/>
                <a:uFillTx/>
                <a:latin typeface="微軟正黑體"/>
                <a:ea typeface="微軟正黑體"/>
              </a:rPr>
              <a:t>／○○</a:t>
            </a:r>
            <a:r>
              <a:rPr lang="en-US" sz="2400" b="1" u="none" strike="noStrike">
                <a:solidFill>
                  <a:srgbClr val="000000"/>
                </a:solidFill>
                <a:effectLst/>
                <a:uFillTx/>
                <a:latin typeface="微軟正黑體"/>
                <a:ea typeface="微軟正黑體"/>
              </a:rPr>
              <a:t>(</a:t>
            </a:r>
            <a:r>
              <a:rPr lang="zh-TW" sz="2400" b="1" u="none" strike="noStrike">
                <a:solidFill>
                  <a:srgbClr val="000000"/>
                </a:solidFill>
                <a:effectLst/>
                <a:uFillTx/>
                <a:latin typeface="微軟正黑體"/>
                <a:ea typeface="微軟正黑體"/>
              </a:rPr>
              <a:t>職稱</a:t>
            </a:r>
            <a:r>
              <a:rPr lang="en-US" sz="2400" b="1" u="none" strike="noStrike">
                <a:solidFill>
                  <a:srgbClr val="000000"/>
                </a:solidFill>
                <a:effectLst/>
                <a:uFillTx/>
                <a:latin typeface="微軟正黑體"/>
                <a:ea typeface="微軟正黑體"/>
              </a:rPr>
              <a:t>)</a:t>
            </a:r>
            <a:endParaRPr lang="en-US" sz="2400" b="0" u="none" strike="noStrike">
              <a:solidFill>
                <a:srgbClr val="000000"/>
              </a:solidFill>
              <a:effectLst/>
              <a:uFillTx/>
              <a:latin typeface="Arial"/>
            </a:endParaRPr>
          </a:p>
          <a:p>
            <a:pPr algn="ctr">
              <a:lnSpc>
                <a:spcPct val="100000"/>
              </a:lnSpc>
              <a:spcAft>
                <a:spcPts val="601"/>
              </a:spcAft>
            </a:pPr>
            <a:r>
              <a:rPr lang="zh-TW" sz="2400" b="0" u="none" strike="noStrike">
                <a:solidFill>
                  <a:srgbClr val="000000"/>
                </a:solidFill>
                <a:effectLst/>
                <a:uFillTx/>
                <a:latin typeface="微軟正黑體"/>
                <a:ea typeface="微軟正黑體"/>
              </a:rPr>
              <a:t>中華民國</a:t>
            </a:r>
            <a:r>
              <a:rPr lang="en-US" sz="2400" b="0" u="none" strike="noStrike">
                <a:solidFill>
                  <a:srgbClr val="000000"/>
                </a:solidFill>
                <a:effectLst/>
                <a:uFillTx/>
                <a:latin typeface="微軟正黑體"/>
                <a:ea typeface="微軟正黑體"/>
              </a:rPr>
              <a:t> </a:t>
            </a:r>
            <a:r>
              <a:rPr lang="en-US" sz="2400" b="1" u="none" strike="noStrike">
                <a:solidFill>
                  <a:srgbClr val="000000"/>
                </a:solidFill>
                <a:effectLst/>
                <a:uFillTx/>
                <a:latin typeface="微軟正黑體"/>
                <a:ea typeface="微軟正黑體"/>
              </a:rPr>
              <a:t>○○○</a:t>
            </a:r>
            <a:r>
              <a:rPr lang="en-US" sz="2400" b="0" u="none" strike="noStrike">
                <a:solidFill>
                  <a:srgbClr val="000000"/>
                </a:solidFill>
                <a:effectLst/>
                <a:uFillTx/>
                <a:latin typeface="微軟正黑體"/>
                <a:ea typeface="微軟正黑體"/>
              </a:rPr>
              <a:t> </a:t>
            </a:r>
            <a:r>
              <a:rPr lang="zh-TW" sz="2400" b="0" u="none" strike="noStrike">
                <a:solidFill>
                  <a:srgbClr val="000000"/>
                </a:solidFill>
                <a:effectLst/>
                <a:uFillTx/>
                <a:latin typeface="微軟正黑體"/>
                <a:ea typeface="微軟正黑體"/>
              </a:rPr>
              <a:t>年</a:t>
            </a:r>
            <a:r>
              <a:rPr lang="en-US" sz="2400" b="1" u="none" strike="noStrike">
                <a:solidFill>
                  <a:srgbClr val="000000"/>
                </a:solidFill>
                <a:effectLst/>
                <a:uFillTx/>
                <a:latin typeface="微軟正黑體"/>
                <a:ea typeface="微軟正黑體"/>
              </a:rPr>
              <a:t>○○</a:t>
            </a:r>
            <a:r>
              <a:rPr lang="zh-TW" sz="2400" b="0" u="none" strike="noStrike">
                <a:solidFill>
                  <a:srgbClr val="000000"/>
                </a:solidFill>
                <a:effectLst/>
                <a:uFillTx/>
                <a:latin typeface="微軟正黑體"/>
                <a:ea typeface="微軟正黑體"/>
              </a:rPr>
              <a:t>月</a:t>
            </a:r>
            <a:r>
              <a:rPr lang="en-US" sz="2400" b="1" u="none" strike="noStrike">
                <a:solidFill>
                  <a:srgbClr val="000000"/>
                </a:solidFill>
                <a:effectLst/>
                <a:uFillTx/>
                <a:latin typeface="微軟正黑體"/>
                <a:ea typeface="微軟正黑體"/>
              </a:rPr>
              <a:t>○○</a:t>
            </a:r>
            <a:r>
              <a:rPr lang="zh-TW" sz="2400" b="0" u="none" strike="noStrike">
                <a:solidFill>
                  <a:srgbClr val="000000"/>
                </a:solidFill>
                <a:effectLst/>
                <a:uFillTx/>
                <a:latin typeface="微軟正黑體"/>
                <a:ea typeface="微軟正黑體"/>
              </a:rPr>
              <a:t>日</a:t>
            </a:r>
            <a:endParaRPr lang="en-US" sz="2400" b="0" u="none" strike="noStrike">
              <a:solidFill>
                <a:srgbClr val="000000"/>
              </a:solidFill>
              <a:effectLst/>
              <a:uFillTx/>
              <a:latin typeface="Arial"/>
            </a:endParaRPr>
          </a:p>
        </p:txBody>
      </p:sp>
      <p:sp>
        <p:nvSpPr>
          <p:cNvPr id="62" name="文字方塊 1"/>
          <p:cNvSpPr txBox="1"/>
          <p:nvPr/>
        </p:nvSpPr>
        <p:spPr>
          <a:xfrm>
            <a:off x="9048240" y="476640"/>
            <a:ext cx="2534040" cy="701640"/>
          </a:xfrm>
          <a:prstGeom prst="rect">
            <a:avLst/>
          </a:prstGeom>
          <a:noFill/>
          <a:ln w="0">
            <a:noFill/>
          </a:ln>
        </p:spPr>
        <p:txBody>
          <a:bodyPr anchor="t" anchorCtr="1">
            <a:spAutoFit/>
          </a:bodyPr>
          <a:p>
            <a:pPr algn="ctr">
              <a:lnSpc>
                <a:spcPct val="100000"/>
              </a:lnSpc>
            </a:pPr>
            <a:r>
              <a:rPr lang="zh-TW" sz="2000" b="1" u="none" strike="noStrike">
                <a:solidFill>
                  <a:srgbClr val="000000"/>
                </a:solidFill>
                <a:effectLst/>
                <a:highlight>
                  <a:srgbClr val="E6E6E6"/>
                </a:highlight>
                <a:uFillTx/>
                <a:latin typeface="微軟正黑體"/>
                <a:ea typeface="微軟正黑體"/>
              </a:rPr>
              <a:t>【範例版，僅供參考】</a:t>
            </a:r>
            <a:endParaRPr lang="en-US" sz="2000" b="0" u="none" strike="noStrike">
              <a:solidFill>
                <a:srgbClr val="000000"/>
              </a:solidFill>
              <a:effectLst/>
              <a:uFillTx/>
              <a:latin typeface="Arial"/>
            </a:endParaRPr>
          </a:p>
        </p:txBody>
      </p:sp>
      <p:cxnSp>
        <p:nvCxnSpPr>
          <p:cNvPr id="63" name="直線接點 6"/>
          <p:cNvCxnSpPr/>
          <p:nvPr/>
        </p:nvCxnSpPr>
        <p:spPr>
          <a:xfrm>
            <a:off x="4510800" y="821160"/>
            <a:ext cx="3154320" cy="360"/>
          </a:xfrm>
          <a:prstGeom prst="straightConnector1">
            <a:avLst/>
          </a:prstGeom>
          <a:ln w="38160">
            <a:solidFill>
              <a:srgbClr val="2A5167"/>
            </a:solidFill>
            <a:miter/>
          </a:ln>
        </p:spPr>
      </p:cxnSp>
      <p:sp>
        <p:nvSpPr>
          <p:cNvPr id="64" name="Rectangle 8"/>
          <p:cNvSpPr/>
          <p:nvPr/>
        </p:nvSpPr>
        <p:spPr>
          <a:xfrm>
            <a:off x="1577160" y="3214440"/>
            <a:ext cx="9001080" cy="1525680"/>
          </a:xfrm>
          <a:custGeom>
            <a:avLst/>
            <a:gdLst/>
            <a:ahLst/>
            <a:rect l="l" t="t" r="r" b="b"/>
            <a:pathLst>
              <a:path w="21600" h="21600">
                <a:moveTo>
                  <a:pt x="0" y="0"/>
                </a:moveTo>
                <a:lnTo>
                  <a:pt x="21600" y="0"/>
                </a:lnTo>
                <a:lnTo>
                  <a:pt x="21600" y="21600"/>
                </a:lnTo>
                <a:lnTo>
                  <a:pt x="0" y="21600"/>
                </a:lnTo>
                <a:close/>
              </a:path>
            </a:pathLst>
          </a:custGeom>
          <a:noFill/>
          <a:ln w="0">
            <a:noFill/>
          </a:ln>
        </p:spPr>
        <p:style>
          <a:lnRef idx="0"/>
          <a:fillRef idx="0"/>
          <a:effectRef idx="0"/>
          <a:fontRef idx="minor"/>
        </p:style>
        <p:txBody>
          <a:bodyPr lIns="92160" tIns="46080" rIns="92160" bIns="46080" anchor="t">
            <a:spAutoFit/>
          </a:bodyPr>
          <a:p>
            <a:pPr>
              <a:lnSpc>
                <a:spcPct val="100000"/>
              </a:lnSpc>
              <a:spcAft>
                <a:spcPts val="1199"/>
              </a:spcAft>
            </a:pPr>
            <a:r>
              <a:rPr lang="zh-TW" sz="2800" b="1" u="none" strike="noStrike">
                <a:solidFill>
                  <a:srgbClr val="000000"/>
                </a:solidFill>
                <a:effectLst/>
                <a:uFillTx/>
                <a:latin typeface="微軟正黑體"/>
                <a:ea typeface="微軟正黑體"/>
              </a:rPr>
              <a:t>計畫名稱：</a:t>
            </a:r>
            <a:r>
              <a:rPr lang="en-US" sz="2800" b="1" u="none" strike="noStrike">
                <a:solidFill>
                  <a:srgbClr val="000000"/>
                </a:solidFill>
                <a:effectLst/>
                <a:uFillTx/>
                <a:latin typeface="微軟正黑體"/>
                <a:ea typeface="微軟正黑體"/>
              </a:rPr>
              <a:t> </a:t>
            </a:r>
            <a:r>
              <a:rPr lang="en-US" sz="2800" b="0" u="none" strike="noStrike">
                <a:solidFill>
                  <a:srgbClr val="000000"/>
                </a:solidFill>
                <a:effectLst/>
                <a:uFillTx/>
                <a:latin typeface="微軟正黑體"/>
                <a:ea typeface="微軟正黑體"/>
              </a:rPr>
              <a:t>OOOOOO</a:t>
            </a:r>
            <a:endParaRPr lang="en-US" sz="2800" b="0" u="none" strike="noStrike">
              <a:solidFill>
                <a:srgbClr val="000000"/>
              </a:solidFill>
              <a:effectLst/>
              <a:uFillTx/>
              <a:latin typeface="Arial"/>
            </a:endParaRPr>
          </a:p>
          <a:p>
            <a:pPr>
              <a:lnSpc>
                <a:spcPct val="100000"/>
              </a:lnSpc>
              <a:spcAft>
                <a:spcPts val="1199"/>
              </a:spcAft>
            </a:pPr>
            <a:r>
              <a:rPr lang="zh-TW" sz="2800" b="1" u="none" strike="noStrike">
                <a:solidFill>
                  <a:srgbClr val="000000"/>
                </a:solidFill>
                <a:effectLst/>
                <a:uFillTx/>
                <a:latin typeface="微軟正黑體"/>
                <a:ea typeface="微軟正黑體"/>
              </a:rPr>
              <a:t>計畫期間：</a:t>
            </a:r>
            <a:r>
              <a:rPr lang="zh-TW" sz="2800" b="0" u="none" strike="noStrike">
                <a:solidFill>
                  <a:srgbClr val="000000"/>
                </a:solidFill>
                <a:effectLst/>
                <a:uFillTx/>
                <a:latin typeface="微軟正黑體"/>
                <a:ea typeface="微軟正黑體"/>
              </a:rPr>
              <a:t>自</a:t>
            </a:r>
            <a:r>
              <a:rPr lang="en-US" sz="2800" b="0" u="none" strike="noStrike">
                <a:solidFill>
                  <a:srgbClr val="000000"/>
                </a:solidFill>
                <a:effectLst/>
                <a:uFillTx/>
                <a:latin typeface="微軟正黑體"/>
                <a:ea typeface="微軟正黑體"/>
              </a:rPr>
              <a:t>OOO</a:t>
            </a:r>
            <a:r>
              <a:rPr lang="zh-TW" sz="2800" b="0" u="none" strike="noStrike">
                <a:solidFill>
                  <a:srgbClr val="000000"/>
                </a:solidFill>
                <a:effectLst/>
                <a:uFillTx/>
                <a:latin typeface="微軟正黑體"/>
                <a:ea typeface="微軟正黑體"/>
              </a:rPr>
              <a:t>年</a:t>
            </a:r>
            <a:r>
              <a:rPr lang="en-US" sz="2800" b="0" u="none" strike="noStrike">
                <a:solidFill>
                  <a:srgbClr val="000000"/>
                </a:solidFill>
                <a:effectLst/>
                <a:uFillTx/>
                <a:latin typeface="微軟正黑體"/>
                <a:ea typeface="微軟正黑體"/>
              </a:rPr>
              <a:t>OO</a:t>
            </a:r>
            <a:r>
              <a:rPr lang="zh-TW" sz="2800" b="0" u="none" strike="noStrike">
                <a:solidFill>
                  <a:srgbClr val="000000"/>
                </a:solidFill>
                <a:effectLst/>
                <a:uFillTx/>
                <a:latin typeface="微軟正黑體"/>
                <a:ea typeface="微軟正黑體"/>
              </a:rPr>
              <a:t>月</a:t>
            </a:r>
            <a:r>
              <a:rPr lang="en-US" sz="2800" b="0" u="none" strike="noStrike">
                <a:solidFill>
                  <a:srgbClr val="000000"/>
                </a:solidFill>
                <a:effectLst/>
                <a:uFillTx/>
                <a:latin typeface="微軟正黑體"/>
                <a:ea typeface="微軟正黑體"/>
              </a:rPr>
              <a:t>OO</a:t>
            </a:r>
            <a:r>
              <a:rPr lang="zh-TW" sz="2800" b="0" u="none" strike="noStrike">
                <a:solidFill>
                  <a:srgbClr val="000000"/>
                </a:solidFill>
                <a:effectLst/>
                <a:uFillTx/>
                <a:latin typeface="微軟正黑體"/>
                <a:ea typeface="微軟正黑體"/>
              </a:rPr>
              <a:t>日至</a:t>
            </a:r>
            <a:r>
              <a:rPr lang="en-US" sz="2800" b="0" u="none" strike="noStrike">
                <a:solidFill>
                  <a:srgbClr val="000000"/>
                </a:solidFill>
                <a:effectLst/>
                <a:uFillTx/>
                <a:latin typeface="微軟正黑體"/>
                <a:ea typeface="微軟正黑體"/>
              </a:rPr>
              <a:t>OOO</a:t>
            </a:r>
            <a:r>
              <a:rPr lang="zh-TW" sz="2800" b="0" u="none" strike="noStrike">
                <a:solidFill>
                  <a:srgbClr val="000000"/>
                </a:solidFill>
                <a:effectLst/>
                <a:uFillTx/>
                <a:latin typeface="微軟正黑體"/>
                <a:ea typeface="微軟正黑體"/>
              </a:rPr>
              <a:t>年</a:t>
            </a:r>
            <a:r>
              <a:rPr lang="en-US" sz="2800" b="0" u="none" strike="noStrike">
                <a:solidFill>
                  <a:srgbClr val="000000"/>
                </a:solidFill>
                <a:effectLst/>
                <a:uFillTx/>
                <a:latin typeface="微軟正黑體"/>
                <a:ea typeface="微軟正黑體"/>
              </a:rPr>
              <a:t>OO</a:t>
            </a:r>
            <a:r>
              <a:rPr lang="zh-TW" sz="2800" b="0" u="none" strike="noStrike">
                <a:solidFill>
                  <a:srgbClr val="000000"/>
                </a:solidFill>
                <a:effectLst/>
                <a:uFillTx/>
                <a:latin typeface="微軟正黑體"/>
                <a:ea typeface="微軟正黑體"/>
              </a:rPr>
              <a:t>月</a:t>
            </a:r>
            <a:r>
              <a:rPr lang="en-US" sz="2800" b="0" u="none" strike="noStrike">
                <a:solidFill>
                  <a:srgbClr val="000000"/>
                </a:solidFill>
                <a:effectLst/>
                <a:uFillTx/>
                <a:latin typeface="微軟正黑體"/>
                <a:ea typeface="微軟正黑體"/>
              </a:rPr>
              <a:t>OO</a:t>
            </a:r>
            <a:r>
              <a:rPr lang="zh-TW" sz="2800" b="0" u="none" strike="noStrike">
                <a:solidFill>
                  <a:srgbClr val="000000"/>
                </a:solidFill>
                <a:effectLst/>
                <a:uFillTx/>
                <a:latin typeface="微軟正黑體"/>
                <a:ea typeface="微軟正黑體"/>
              </a:rPr>
              <a:t>日</a:t>
            </a:r>
            <a:endParaRPr lang="en-US" sz="2800" b="0" u="none" strike="noStrike">
              <a:solidFill>
                <a:srgbClr val="000000"/>
              </a:solidFill>
              <a:effectLst/>
              <a:uFillTx/>
              <a:latin typeface="Arial"/>
            </a:endParaRPr>
          </a:p>
        </p:txBody>
      </p:sp>
      <p:cxnSp>
        <p:nvCxnSpPr>
          <p:cNvPr id="65" name="直線接點 8"/>
          <p:cNvCxnSpPr/>
          <p:nvPr/>
        </p:nvCxnSpPr>
        <p:spPr>
          <a:xfrm>
            <a:off x="4944240" y="2184480"/>
            <a:ext cx="2463840" cy="360"/>
          </a:xfrm>
          <a:prstGeom prst="straightConnector1">
            <a:avLst/>
          </a:prstGeom>
          <a:ln w="380880">
            <a:solidFill>
              <a:srgbClr val="C9DEE9"/>
            </a:solidFill>
            <a:miter/>
          </a:ln>
        </p:spPr>
      </p:cxnSp>
      <p:sp>
        <p:nvSpPr>
          <p:cNvPr id="66" name="Rectangle 2"/>
          <p:cNvSpPr txBox="1"/>
          <p:nvPr/>
        </p:nvSpPr>
        <p:spPr>
          <a:xfrm>
            <a:off x="4673880" y="1196640"/>
            <a:ext cx="3007440" cy="1324080"/>
          </a:xfrm>
          <a:prstGeom prst="rect">
            <a:avLst/>
          </a:prstGeom>
          <a:noFill/>
          <a:ln w="0">
            <a:noFill/>
          </a:ln>
        </p:spPr>
        <p:txBody>
          <a:bodyPr anchor="ctr" anchorCtr="1">
            <a:normAutofit/>
          </a:bodyPr>
          <a:p>
            <a:pPr algn="ctr">
              <a:lnSpc>
                <a:spcPct val="200000"/>
              </a:lnSpc>
            </a:pPr>
            <a:r>
              <a:rPr lang="zh-TW" sz="4000" b="1" u="none" strike="noStrike">
                <a:solidFill>
                  <a:srgbClr val="000000"/>
                </a:solidFill>
                <a:effectLst/>
                <a:uFillTx/>
                <a:latin typeface="微軟正黑體"/>
                <a:ea typeface="微軟正黑體"/>
              </a:rPr>
              <a:t>審查簡報</a:t>
            </a:r>
            <a:endParaRPr lang="en-US" sz="4000" b="0" u="none" strike="noStrike">
              <a:solidFill>
                <a:srgbClr val="000000"/>
              </a:solidFill>
              <a:effectLst/>
              <a:uFillTx/>
              <a:latin typeface="Arial"/>
            </a:endParaRPr>
          </a:p>
        </p:txBody>
      </p:sp>
      <p:sp>
        <p:nvSpPr>
          <p:cNvPr id="67" name="文字方塊 12"/>
          <p:cNvSpPr txBox="1"/>
          <p:nvPr/>
        </p:nvSpPr>
        <p:spPr>
          <a:xfrm>
            <a:off x="3180960" y="2505240"/>
            <a:ext cx="6095880" cy="1006200"/>
          </a:xfrm>
          <a:prstGeom prst="rect">
            <a:avLst/>
          </a:prstGeom>
          <a:noFill/>
          <a:ln w="0">
            <a:noFill/>
          </a:ln>
        </p:spPr>
        <p:txBody>
          <a:bodyPr anchor="t">
            <a:spAutoFit/>
          </a:bodyPr>
          <a:p>
            <a:pPr>
              <a:lnSpc>
                <a:spcPct val="100000"/>
              </a:lnSpc>
            </a:pPr>
            <a:r>
              <a:rPr lang="en-US" sz="2400" b="1" u="none" strike="noStrike">
                <a:solidFill>
                  <a:srgbClr val="4EA72E"/>
                </a:solidFill>
                <a:effectLst/>
                <a:uFillTx/>
                <a:latin typeface="微軟正黑體"/>
                <a:ea typeface="微軟正黑體"/>
              </a:rPr>
              <a:t>(</a:t>
            </a:r>
            <a:r>
              <a:rPr lang="en-US" sz="3600" b="1" u="none" strike="noStrike">
                <a:solidFill>
                  <a:srgbClr val="4EA72E"/>
                </a:solidFill>
                <a:effectLst/>
                <a:uFillTx/>
                <a:latin typeface="微軟正黑體"/>
                <a:ea typeface="微軟正黑體"/>
              </a:rPr>
              <a:t>□</a:t>
            </a:r>
            <a:r>
              <a:rPr lang="en-US" sz="2400" b="1" u="none" strike="noStrike">
                <a:solidFill>
                  <a:srgbClr val="4EA72E"/>
                </a:solidFill>
                <a:effectLst/>
                <a:uFillTx/>
                <a:latin typeface="微軟正黑體"/>
                <a:ea typeface="微軟正黑體"/>
              </a:rPr>
              <a:t>AI</a:t>
            </a:r>
            <a:r>
              <a:rPr lang="zh-TW" sz="2400" b="1" u="none" strike="noStrike">
                <a:solidFill>
                  <a:srgbClr val="4EA72E"/>
                </a:solidFill>
                <a:effectLst/>
                <a:uFillTx/>
                <a:latin typeface="微軟正黑體"/>
                <a:ea typeface="微軟正黑體"/>
              </a:rPr>
              <a:t>創新應用服務</a:t>
            </a:r>
            <a:r>
              <a:rPr lang="en-US" sz="2400" b="1" u="none" strike="noStrike">
                <a:solidFill>
                  <a:srgbClr val="4EA72E"/>
                </a:solidFill>
                <a:effectLst/>
                <a:uFillTx/>
                <a:latin typeface="微軟正黑體"/>
                <a:ea typeface="微軟正黑體"/>
              </a:rPr>
              <a:t>   </a:t>
            </a:r>
            <a:r>
              <a:rPr lang="en-US" sz="3600" b="1" u="none" strike="noStrike">
                <a:solidFill>
                  <a:srgbClr val="4EA72E"/>
                </a:solidFill>
                <a:effectLst/>
                <a:uFillTx/>
                <a:latin typeface="微軟正黑體"/>
                <a:ea typeface="微軟正黑體"/>
              </a:rPr>
              <a:t>□</a:t>
            </a:r>
            <a:r>
              <a:rPr lang="en-US" sz="2400" b="1" u="none" strike="noStrike">
                <a:solidFill>
                  <a:srgbClr val="4EA72E"/>
                </a:solidFill>
                <a:effectLst/>
                <a:uFillTx/>
                <a:latin typeface="微軟正黑體"/>
                <a:ea typeface="微軟正黑體"/>
              </a:rPr>
              <a:t>AI Agent</a:t>
            </a:r>
            <a:r>
              <a:rPr lang="zh-TW" sz="2400" b="1" u="none" strike="noStrike">
                <a:solidFill>
                  <a:srgbClr val="4EA72E"/>
                </a:solidFill>
                <a:effectLst/>
                <a:uFillTx/>
                <a:latin typeface="微軟正黑體"/>
                <a:ea typeface="微軟正黑體"/>
              </a:rPr>
              <a:t>整合服務</a:t>
            </a:r>
            <a:r>
              <a:rPr lang="en-US" sz="2400" b="1" u="none" strike="noStrike">
                <a:solidFill>
                  <a:srgbClr val="4EA72E"/>
                </a:solidFill>
                <a:effectLst/>
                <a:uFillTx/>
                <a:latin typeface="微軟正黑體"/>
                <a:ea typeface="微軟正黑體"/>
              </a:rPr>
              <a:t>)</a:t>
            </a:r>
            <a:endParaRPr lang="en-US" sz="24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cxnSp>
        <p:nvCxnSpPr>
          <p:cNvPr id="68" name="直線接點 11"/>
          <p:cNvCxnSpPr/>
          <p:nvPr/>
        </p:nvCxnSpPr>
        <p:spPr>
          <a:xfrm>
            <a:off x="4605840" y="874440"/>
            <a:ext cx="2607120" cy="360"/>
          </a:xfrm>
          <a:prstGeom prst="straightConnector1">
            <a:avLst/>
          </a:prstGeom>
          <a:ln w="380880">
            <a:solidFill>
              <a:srgbClr val="8CB8D0"/>
            </a:solidFill>
            <a:miter/>
          </a:ln>
        </p:spPr>
      </p:cxnSp>
      <p:sp>
        <p:nvSpPr>
          <p:cNvPr id="69" name="PlaceHolder 1"/>
          <p:cNvSpPr>
            <a:spLocks noGrp="1"/>
          </p:cNvSpPr>
          <p:nvPr>
            <p:ph type="title"/>
          </p:nvPr>
        </p:nvSpPr>
        <p:spPr>
          <a:xfrm>
            <a:off x="4131000" y="226080"/>
            <a:ext cx="3556440" cy="737640"/>
          </a:xfrm>
          <a:prstGeom prst="rect">
            <a:avLst/>
          </a:prstGeom>
          <a:noFill/>
          <a:ln w="19080">
            <a:noFill/>
          </a:ln>
        </p:spPr>
        <p:txBody>
          <a:bodyPr lIns="91440" tIns="45720" rIns="91440" bIns="45720" anchor="ctr" anchorCtr="1">
            <a:normAutofit/>
          </a:bodyPr>
          <a:p>
            <a:pPr indent="0" algn="ctr">
              <a:lnSpc>
                <a:spcPct val="90000"/>
              </a:lnSpc>
              <a:buNone/>
            </a:pPr>
            <a:r>
              <a:rPr lang="zh-TW" sz="4000" b="1" u="none" strike="noStrike">
                <a:solidFill>
                  <a:srgbClr val="C00000"/>
                </a:solidFill>
                <a:effectLst/>
                <a:uFillTx/>
                <a:latin typeface="Times New Roman"/>
                <a:ea typeface="微軟正黑體"/>
              </a:rPr>
              <a:t>簡報大綱</a:t>
            </a:r>
            <a:endParaRPr lang="en-US" sz="4000" b="0" u="none" strike="noStrike">
              <a:solidFill>
                <a:srgbClr val="000000"/>
              </a:solidFill>
              <a:effectLst/>
              <a:uFillTx/>
              <a:latin typeface="Arial"/>
            </a:endParaRPr>
          </a:p>
        </p:txBody>
      </p:sp>
      <p:sp>
        <p:nvSpPr>
          <p:cNvPr id="70" name="投影片編號版面配置區 3"/>
          <p:cNvSpPr txBox="1"/>
          <p:nvPr/>
        </p:nvSpPr>
        <p:spPr>
          <a:xfrm>
            <a:off x="9448920" y="6500160"/>
            <a:ext cx="2743200" cy="365040"/>
          </a:xfrm>
          <a:prstGeom prst="rect">
            <a:avLst/>
          </a:prstGeom>
          <a:noFill/>
          <a:ln w="0">
            <a:noFill/>
          </a:ln>
        </p:spPr>
        <p:txBody>
          <a:bodyPr anchor="t">
            <a:noAutofit/>
          </a:bodyPr>
          <a:p>
            <a:pPr algn="r">
              <a:lnSpc>
                <a:spcPct val="100000"/>
              </a:lnSpc>
            </a:pPr>
            <a:fld id="{041544AC-2B78-4FB3-A123-3EF91EF9678A}" type="slidenum">
              <a:rPr lang="en-US" sz="1000" b="0" u="none" strike="noStrike">
                <a:solidFill>
                  <a:srgbClr val="000000"/>
                </a:solidFill>
                <a:effectLst/>
                <a:uFillTx/>
                <a:latin typeface="微軟正黑體"/>
                <a:ea typeface="微軟正黑體"/>
              </a:rPr>
              <a:t>2</a:t>
            </a:fld>
            <a:endParaRPr lang="en-US" sz="1000" b="0" u="none" strike="noStrike">
              <a:solidFill>
                <a:srgbClr val="000000"/>
              </a:solidFill>
              <a:effectLst/>
              <a:uFillTx/>
              <a:latin typeface="Arial"/>
            </a:endParaRPr>
          </a:p>
        </p:txBody>
      </p:sp>
      <p:sp>
        <p:nvSpPr>
          <p:cNvPr id="71" name="PlaceHolder 2"/>
          <p:cNvSpPr>
            <a:spLocks noGrp="1"/>
          </p:cNvSpPr>
          <p:nvPr>
            <p:ph/>
          </p:nvPr>
        </p:nvSpPr>
        <p:spPr>
          <a:xfrm>
            <a:off x="3307320" y="1228320"/>
            <a:ext cx="8229600" cy="4536360"/>
          </a:xfrm>
          <a:prstGeom prst="rect">
            <a:avLst/>
          </a:prstGeom>
          <a:noFill/>
          <a:ln w="19080">
            <a:noFill/>
          </a:ln>
        </p:spPr>
        <p:txBody>
          <a:bodyPr lIns="91440" tIns="45720" rIns="91440" bIns="45720" anchor="t">
            <a:normAutofit fontScale="85000" lnSpcReduction="9999"/>
          </a:bodyPr>
          <a:p>
            <a:pPr marL="228600" indent="-228600" algn="l">
              <a:lnSpc>
                <a:spcPct val="90000"/>
              </a:lnSpc>
              <a:spcBef>
                <a:spcPts val="1001"/>
              </a:spcBef>
            </a:pPr>
            <a:r>
              <a:rPr lang="zh-TW" sz="2400" b="1" u="none" strike="noStrike">
                <a:solidFill>
                  <a:srgbClr val="01416D"/>
                </a:solidFill>
                <a:effectLst/>
                <a:uFillTx/>
                <a:latin typeface="Times New Roman"/>
                <a:ea typeface="微軟正黑體"/>
              </a:rPr>
              <a:t>一、委員書面意見回復</a:t>
            </a:r>
            <a:endParaRPr lang="en-US" sz="2400" b="0" u="none" strike="noStrike">
              <a:solidFill>
                <a:srgbClr val="000000"/>
              </a:solidFill>
              <a:effectLst/>
              <a:uFillTx/>
              <a:latin typeface="Arial"/>
            </a:endParaRPr>
          </a:p>
          <a:p>
            <a:pPr marL="228600" indent="-228600" algn="l">
              <a:lnSpc>
                <a:spcPct val="90000"/>
              </a:lnSpc>
              <a:spcBef>
                <a:spcPts val="1001"/>
              </a:spcBef>
            </a:pPr>
            <a:r>
              <a:rPr lang="zh-TW" sz="2400" b="1" u="none" strike="noStrike">
                <a:solidFill>
                  <a:srgbClr val="01416D"/>
                </a:solidFill>
                <a:effectLst/>
                <a:uFillTx/>
                <a:latin typeface="Times New Roman"/>
                <a:ea typeface="微軟正黑體"/>
              </a:rPr>
              <a:t>二、公司簡介</a:t>
            </a:r>
            <a:endParaRPr lang="en-US" sz="2400" b="0" u="none" strike="noStrike">
              <a:solidFill>
                <a:srgbClr val="000000"/>
              </a:solidFill>
              <a:effectLst/>
              <a:uFillTx/>
              <a:latin typeface="Arial"/>
            </a:endParaRPr>
          </a:p>
          <a:p>
            <a:pPr marL="228600" indent="-228600" algn="l">
              <a:lnSpc>
                <a:spcPct val="90000"/>
              </a:lnSpc>
              <a:spcBef>
                <a:spcPts val="1001"/>
              </a:spcBef>
            </a:pPr>
            <a:r>
              <a:rPr lang="zh-TW" sz="2400" b="1" u="none" strike="noStrike">
                <a:solidFill>
                  <a:srgbClr val="01416D"/>
                </a:solidFill>
                <a:effectLst/>
                <a:uFillTx/>
                <a:latin typeface="Times New Roman"/>
                <a:ea typeface="微軟正黑體"/>
              </a:rPr>
              <a:t>三、目標市場需求評估</a:t>
            </a:r>
            <a:endParaRPr lang="en-US" sz="2400" b="0" u="none" strike="noStrike">
              <a:solidFill>
                <a:srgbClr val="000000"/>
              </a:solidFill>
              <a:effectLst/>
              <a:uFillTx/>
              <a:latin typeface="Arial"/>
            </a:endParaRPr>
          </a:p>
          <a:p>
            <a:pPr marL="228600" indent="-228600" algn="l">
              <a:lnSpc>
                <a:spcPct val="90000"/>
              </a:lnSpc>
              <a:spcBef>
                <a:spcPts val="1001"/>
              </a:spcBef>
            </a:pPr>
            <a:r>
              <a:rPr lang="zh-TW" sz="2400" b="1" u="none" strike="noStrike">
                <a:solidFill>
                  <a:srgbClr val="01416D"/>
                </a:solidFill>
                <a:effectLst/>
                <a:uFillTx/>
                <a:latin typeface="Times New Roman"/>
                <a:ea typeface="微軟正黑體"/>
              </a:rPr>
              <a:t>四、計畫創新性</a:t>
            </a:r>
            <a:endParaRPr lang="en-US" sz="2400" b="0" u="none" strike="noStrike">
              <a:solidFill>
                <a:srgbClr val="000000"/>
              </a:solidFill>
              <a:effectLst/>
              <a:uFillTx/>
              <a:latin typeface="Arial"/>
            </a:endParaRPr>
          </a:p>
          <a:p>
            <a:pPr marL="228600" indent="-228600" algn="l">
              <a:lnSpc>
                <a:spcPct val="90000"/>
              </a:lnSpc>
              <a:spcBef>
                <a:spcPts val="1001"/>
              </a:spcBef>
            </a:pPr>
            <a:r>
              <a:rPr lang="zh-TW" sz="2400" b="1" u="none" strike="noStrike">
                <a:solidFill>
                  <a:srgbClr val="01416D"/>
                </a:solidFill>
                <a:effectLst/>
                <a:uFillTx/>
                <a:latin typeface="Times New Roman"/>
                <a:ea typeface="微軟正黑體"/>
              </a:rPr>
              <a:t>五、實施方法</a:t>
            </a:r>
            <a:endParaRPr lang="en-US" sz="2400" b="0" u="none" strike="noStrike">
              <a:solidFill>
                <a:srgbClr val="000000"/>
              </a:solidFill>
              <a:effectLst/>
              <a:uFillTx/>
              <a:latin typeface="Arial"/>
            </a:endParaRPr>
          </a:p>
          <a:p>
            <a:pPr marL="228600" indent="-228600" algn="l">
              <a:lnSpc>
                <a:spcPct val="90000"/>
              </a:lnSpc>
              <a:spcBef>
                <a:spcPts val="1001"/>
              </a:spcBef>
            </a:pPr>
            <a:r>
              <a:rPr lang="zh-TW" sz="2400" b="1" u="none" strike="noStrike">
                <a:solidFill>
                  <a:srgbClr val="01416D"/>
                </a:solidFill>
                <a:effectLst/>
                <a:uFillTx/>
                <a:latin typeface="Times New Roman"/>
                <a:ea typeface="微軟正黑體"/>
              </a:rPr>
              <a:t>六、無形資產引進、委託研究與驗證</a:t>
            </a:r>
            <a:endParaRPr lang="en-US" sz="2400" b="0" u="none" strike="noStrike">
              <a:solidFill>
                <a:srgbClr val="000000"/>
              </a:solidFill>
              <a:effectLst/>
              <a:uFillTx/>
              <a:latin typeface="Arial"/>
            </a:endParaRPr>
          </a:p>
          <a:p>
            <a:pPr marL="228600" indent="-228600" algn="l">
              <a:lnSpc>
                <a:spcPct val="90000"/>
              </a:lnSpc>
              <a:spcBef>
                <a:spcPts val="1001"/>
              </a:spcBef>
            </a:pPr>
            <a:r>
              <a:rPr lang="zh-TW" sz="2400" b="1" u="none" strike="noStrike">
                <a:solidFill>
                  <a:srgbClr val="01416D"/>
                </a:solidFill>
                <a:effectLst/>
                <a:uFillTx/>
                <a:latin typeface="Times New Roman"/>
                <a:ea typeface="微軟正黑體"/>
              </a:rPr>
              <a:t>七、競爭者分析</a:t>
            </a:r>
            <a:endParaRPr lang="en-US" sz="2400" b="0" u="none" strike="noStrike">
              <a:solidFill>
                <a:srgbClr val="000000"/>
              </a:solidFill>
              <a:effectLst/>
              <a:uFillTx/>
              <a:latin typeface="Arial"/>
            </a:endParaRPr>
          </a:p>
          <a:p>
            <a:pPr marL="228600" indent="-228600" algn="l">
              <a:lnSpc>
                <a:spcPct val="90000"/>
              </a:lnSpc>
              <a:spcBef>
                <a:spcPts val="1001"/>
              </a:spcBef>
            </a:pPr>
            <a:r>
              <a:rPr lang="zh-TW" sz="2400" b="1" u="none" strike="noStrike">
                <a:solidFill>
                  <a:srgbClr val="01416D"/>
                </a:solidFill>
                <a:effectLst/>
                <a:uFillTx/>
                <a:latin typeface="Times New Roman"/>
                <a:ea typeface="微軟正黑體"/>
              </a:rPr>
              <a:t>八、營運服務規劃</a:t>
            </a:r>
            <a:endParaRPr lang="en-US" sz="2400" b="0" u="none" strike="noStrike">
              <a:solidFill>
                <a:srgbClr val="000000"/>
              </a:solidFill>
              <a:effectLst/>
              <a:uFillTx/>
              <a:latin typeface="Arial"/>
            </a:endParaRPr>
          </a:p>
          <a:p>
            <a:pPr marL="228600" indent="-228600" algn="l">
              <a:lnSpc>
                <a:spcPct val="90000"/>
              </a:lnSpc>
              <a:spcBef>
                <a:spcPts val="1001"/>
              </a:spcBef>
            </a:pPr>
            <a:r>
              <a:rPr lang="zh-TW" sz="2400" b="1" u="none" strike="noStrike">
                <a:solidFill>
                  <a:srgbClr val="01416D"/>
                </a:solidFill>
                <a:effectLst/>
                <a:uFillTx/>
                <a:latin typeface="Times New Roman"/>
                <a:ea typeface="微軟正黑體"/>
              </a:rPr>
              <a:t>九、行銷策略規劃</a:t>
            </a:r>
            <a:endParaRPr lang="en-US" sz="2400" b="0" u="none" strike="noStrike">
              <a:solidFill>
                <a:srgbClr val="000000"/>
              </a:solidFill>
              <a:effectLst/>
              <a:uFillTx/>
              <a:latin typeface="Arial"/>
            </a:endParaRPr>
          </a:p>
          <a:p>
            <a:pPr marL="228600" indent="-228600" algn="l">
              <a:lnSpc>
                <a:spcPct val="90000"/>
              </a:lnSpc>
              <a:spcBef>
                <a:spcPts val="1001"/>
              </a:spcBef>
            </a:pPr>
            <a:r>
              <a:rPr lang="zh-TW" sz="2400" b="1" u="none" strike="noStrike">
                <a:solidFill>
                  <a:srgbClr val="01416D"/>
                </a:solidFill>
                <a:effectLst/>
                <a:uFillTx/>
                <a:latin typeface="Times New Roman"/>
                <a:ea typeface="微軟正黑體"/>
              </a:rPr>
              <a:t>十、獲利模式</a:t>
            </a:r>
            <a:endParaRPr lang="en-US" sz="2400" b="0" u="none" strike="noStrike">
              <a:solidFill>
                <a:srgbClr val="000000"/>
              </a:solidFill>
              <a:effectLst/>
              <a:uFillTx/>
              <a:latin typeface="Arial"/>
            </a:endParaRPr>
          </a:p>
          <a:p>
            <a:pPr marL="228600" indent="-228600" algn="l">
              <a:lnSpc>
                <a:spcPct val="90000"/>
              </a:lnSpc>
              <a:spcBef>
                <a:spcPts val="1001"/>
              </a:spcBef>
            </a:pPr>
            <a:r>
              <a:rPr lang="zh-TW" sz="2400" b="1" u="none" strike="noStrike">
                <a:solidFill>
                  <a:srgbClr val="01416D"/>
                </a:solidFill>
                <a:effectLst/>
                <a:uFillTx/>
                <a:latin typeface="Times New Roman"/>
                <a:ea typeface="微軟正黑體"/>
              </a:rPr>
              <a:t>十一、預期效益說明</a:t>
            </a:r>
            <a:endParaRPr lang="en-US" sz="2400" b="0" u="none" strike="noStrike">
              <a:solidFill>
                <a:srgbClr val="000000"/>
              </a:solidFill>
              <a:effectLst/>
              <a:uFillTx/>
              <a:latin typeface="Arial"/>
            </a:endParaRPr>
          </a:p>
          <a:p>
            <a:pPr marL="228600" indent="-228600" algn="l">
              <a:lnSpc>
                <a:spcPct val="90000"/>
              </a:lnSpc>
              <a:spcBef>
                <a:spcPts val="1001"/>
              </a:spcBef>
            </a:pPr>
            <a:r>
              <a:rPr lang="zh-TW" sz="2400" b="1" u="none" strike="noStrike">
                <a:solidFill>
                  <a:srgbClr val="01416D"/>
                </a:solidFill>
                <a:effectLst/>
                <a:uFillTx/>
                <a:latin typeface="Times New Roman"/>
                <a:ea typeface="微軟正黑體"/>
              </a:rPr>
              <a:t>十二、經費編列說明</a:t>
            </a:r>
            <a:endParaRPr lang="en-US" sz="2400" b="0" u="none" strike="noStrike">
              <a:solidFill>
                <a:srgbClr val="000000"/>
              </a:solidFill>
              <a:effectLst/>
              <a:uFillTx/>
              <a:latin typeface="Arial"/>
            </a:endParaRPr>
          </a:p>
        </p:txBody>
      </p:sp>
      <p:sp>
        <p:nvSpPr>
          <p:cNvPr id="72" name="文字方塊 2"/>
          <p:cNvSpPr txBox="1"/>
          <p:nvPr/>
        </p:nvSpPr>
        <p:spPr>
          <a:xfrm>
            <a:off x="9016920" y="1639440"/>
            <a:ext cx="3022560" cy="646200"/>
          </a:xfrm>
          <a:prstGeom prst="rect">
            <a:avLst/>
          </a:prstGeom>
          <a:noFill/>
          <a:ln w="0">
            <a:noFill/>
          </a:ln>
        </p:spPr>
        <p:txBody>
          <a:bodyPr anchor="t">
            <a:spAutoFit/>
          </a:bodyPr>
          <a:p>
            <a:pPr>
              <a:lnSpc>
                <a:spcPct val="100000"/>
              </a:lnSpc>
            </a:pPr>
            <a:r>
              <a:rPr lang="en-US" sz="1800" b="1" u="none" strike="noStrike">
                <a:solidFill>
                  <a:srgbClr val="FF0000"/>
                </a:solidFill>
                <a:effectLst/>
                <a:highlight>
                  <a:srgbClr val="FFFF00"/>
                </a:highlight>
                <a:uFillTx/>
                <a:latin typeface="Times New Roman"/>
                <a:ea typeface="微軟正黑體"/>
              </a:rPr>
              <a:t>※</a:t>
            </a:r>
            <a:r>
              <a:rPr lang="zh-TW" sz="1800" b="1" u="none" strike="noStrike">
                <a:solidFill>
                  <a:srgbClr val="FF0000"/>
                </a:solidFill>
                <a:effectLst/>
                <a:highlight>
                  <a:srgbClr val="FFFF00"/>
                </a:highlight>
                <a:uFillTx/>
                <a:latin typeface="Times New Roman"/>
                <a:ea typeface="微軟正黑體"/>
              </a:rPr>
              <a:t>大綱請勿任意調整</a:t>
            </a:r>
            <a:r>
              <a:rPr lang="en-US" sz="1800" b="1" u="none" strike="noStrike">
                <a:solidFill>
                  <a:srgbClr val="FF0000"/>
                </a:solidFill>
                <a:effectLst/>
                <a:highlight>
                  <a:srgbClr val="FFFF00"/>
                </a:highlight>
                <a:uFillTx/>
                <a:latin typeface="Times New Roman"/>
                <a:ea typeface="微軟正黑體"/>
              </a:rPr>
              <a:t>※</a:t>
            </a:r>
            <a:endParaRPr lang="en-US" sz="1800" b="0" u="none" strike="noStrike">
              <a:solidFill>
                <a:srgbClr val="000000"/>
              </a:solidFill>
              <a:effectLst/>
              <a:uFillTx/>
              <a:latin typeface="Arial"/>
            </a:endParaRPr>
          </a:p>
          <a:p>
            <a:pPr>
              <a:lnSpc>
                <a:spcPct val="100000"/>
              </a:lnSpc>
            </a:pPr>
            <a:r>
              <a:rPr lang="en-US" sz="1800" b="1" u="none" strike="noStrike">
                <a:solidFill>
                  <a:srgbClr val="FF0000"/>
                </a:solidFill>
                <a:effectLst/>
                <a:highlight>
                  <a:srgbClr val="FFFF00"/>
                </a:highlight>
                <a:uFillTx/>
                <a:latin typeface="Times New Roman"/>
                <a:ea typeface="微軟正黑體"/>
              </a:rPr>
              <a:t>※</a:t>
            </a:r>
            <a:r>
              <a:rPr lang="zh-TW" sz="1800" b="1" u="none" strike="noStrike">
                <a:solidFill>
                  <a:srgbClr val="FF0000"/>
                </a:solidFill>
                <a:effectLst/>
                <a:highlight>
                  <a:srgbClr val="FFFF00"/>
                </a:highlight>
                <a:uFillTx/>
                <a:latin typeface="Times New Roman"/>
                <a:ea typeface="微軟正黑體"/>
              </a:rPr>
              <a:t>背景可自行設計</a:t>
            </a:r>
            <a:r>
              <a:rPr lang="en-US" sz="1800" b="1" u="none" strike="noStrike">
                <a:solidFill>
                  <a:srgbClr val="FF0000"/>
                </a:solidFill>
                <a:effectLst/>
                <a:highlight>
                  <a:srgbClr val="FFFF00"/>
                </a:highlight>
                <a:uFillTx/>
                <a:latin typeface="Times New Roman"/>
                <a:ea typeface="微軟正黑體"/>
              </a:rPr>
              <a:t>※</a:t>
            </a:r>
            <a:endParaRPr lang="en-US" sz="18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 name="Rectangle 1"/>
          <p:cNvSpPr/>
          <p:nvPr/>
        </p:nvSpPr>
        <p:spPr>
          <a:xfrm>
            <a:off x="688680" y="1442520"/>
            <a:ext cx="10343520" cy="396720"/>
          </a:xfrm>
          <a:custGeom>
            <a:avLst/>
            <a:gdLst/>
            <a:ahLst/>
            <a:rect l="l" t="t" r="r" b="b"/>
            <a:pathLst>
              <a:path w="21600" h="21600">
                <a:moveTo>
                  <a:pt x="0" y="0"/>
                </a:moveTo>
                <a:lnTo>
                  <a:pt x="21600" y="0"/>
                </a:lnTo>
                <a:lnTo>
                  <a:pt x="21600" y="21600"/>
                </a:lnTo>
                <a:lnTo>
                  <a:pt x="0" y="21600"/>
                </a:lnTo>
                <a:close/>
              </a:path>
            </a:pathLst>
          </a:custGeom>
          <a:noFill/>
          <a:ln w="0">
            <a:noFill/>
          </a:ln>
        </p:spPr>
        <p:style>
          <a:lnRef idx="0"/>
          <a:fillRef idx="0"/>
          <a:effectRef idx="0"/>
          <a:fontRef idx="minor"/>
        </p:style>
        <p:txBody>
          <a:bodyPr anchor="ctr">
            <a:spAutoFit/>
          </a:bodyPr>
          <a:p>
            <a:pPr>
              <a:lnSpc>
                <a:spcPct val="100000"/>
              </a:lnSpc>
            </a:pPr>
            <a:r>
              <a:rPr lang="zh-TW" sz="2000" b="0" u="none" strike="noStrike">
                <a:solidFill>
                  <a:srgbClr val="002060"/>
                </a:solidFill>
                <a:effectLst/>
                <a:uFillTx/>
                <a:latin typeface="Times New Roman"/>
                <a:ea typeface="微軟正黑體"/>
              </a:rPr>
              <a:t>請逐項回復委員書面意見，若有內容相近之</a:t>
            </a:r>
            <a:r>
              <a:rPr lang="zh-TW" sz="2000" b="0" u="none" strike="noStrike">
                <a:solidFill>
                  <a:srgbClr val="002060"/>
                </a:solidFill>
                <a:effectLst/>
                <a:uFillTx/>
                <a:latin typeface="Times New Roman"/>
                <a:ea typeface="微軟正黑體"/>
              </a:rPr>
              <a:t>書面意見</a:t>
            </a:r>
            <a:r>
              <a:rPr lang="zh-TW" sz="2000" b="0" u="none" strike="noStrike">
                <a:solidFill>
                  <a:srgbClr val="002060"/>
                </a:solidFill>
                <a:effectLst/>
                <a:uFillTx/>
                <a:latin typeface="Times New Roman"/>
                <a:ea typeface="微軟正黑體"/>
              </a:rPr>
              <a:t>可合併回覆說明。</a:t>
            </a:r>
            <a:endParaRPr lang="en-US" sz="2000" b="0" u="none" strike="noStrike">
              <a:solidFill>
                <a:srgbClr val="000000"/>
              </a:solidFill>
              <a:effectLst/>
              <a:uFillTx/>
              <a:latin typeface="Arial"/>
            </a:endParaRPr>
          </a:p>
        </p:txBody>
      </p:sp>
      <p:sp>
        <p:nvSpPr>
          <p:cNvPr id="74" name="投影片編號版面配置區 39"/>
          <p:cNvSpPr txBox="1"/>
          <p:nvPr/>
        </p:nvSpPr>
        <p:spPr>
          <a:xfrm>
            <a:off x="9448920" y="6500160"/>
            <a:ext cx="2743200" cy="365040"/>
          </a:xfrm>
          <a:prstGeom prst="rect">
            <a:avLst/>
          </a:prstGeom>
          <a:noFill/>
          <a:ln w="0">
            <a:noFill/>
          </a:ln>
        </p:spPr>
        <p:txBody>
          <a:bodyPr anchor="t">
            <a:noAutofit/>
          </a:bodyPr>
          <a:p>
            <a:pPr algn="r">
              <a:lnSpc>
                <a:spcPct val="100000"/>
              </a:lnSpc>
            </a:pPr>
            <a:fld id="{B5EBAD36-657F-4A07-A58D-C174BD2DD6A1}" type="slidenum">
              <a:rPr lang="en-US" sz="1000" b="0" u="none" strike="noStrike">
                <a:solidFill>
                  <a:srgbClr val="000000"/>
                </a:solidFill>
                <a:effectLst/>
                <a:uFillTx/>
                <a:latin typeface="微軟正黑體"/>
                <a:ea typeface="微軟正黑體"/>
              </a:rPr>
              <a:t>&lt;編號&gt;</a:t>
            </a:fld>
            <a:endParaRPr lang="en-US" sz="1000" b="0" u="none" strike="noStrike">
              <a:solidFill>
                <a:srgbClr val="000000"/>
              </a:solidFill>
              <a:effectLst/>
              <a:uFillTx/>
              <a:latin typeface="Arial"/>
            </a:endParaRPr>
          </a:p>
        </p:txBody>
      </p:sp>
      <p:sp>
        <p:nvSpPr>
          <p:cNvPr id="75" name="標題 1"/>
          <p:cNvSpPr txBox="1"/>
          <p:nvPr/>
        </p:nvSpPr>
        <p:spPr>
          <a:xfrm>
            <a:off x="1981080" y="293760"/>
            <a:ext cx="8229600" cy="921960"/>
          </a:xfrm>
          <a:prstGeom prst="rect">
            <a:avLst/>
          </a:prstGeom>
          <a:noFill/>
          <a:ln w="0">
            <a:noFill/>
          </a:ln>
        </p:spPr>
        <p:txBody>
          <a:bodyPr anchor="ctr" anchorCtr="1">
            <a:normAutofit/>
          </a:bodyPr>
          <a:p>
            <a:pPr algn="ctr">
              <a:lnSpc>
                <a:spcPct val="100000"/>
              </a:lnSpc>
            </a:pPr>
            <a:r>
              <a:rPr lang="zh-TW" sz="3600" b="1" u="none" strike="noStrike">
                <a:solidFill>
                  <a:srgbClr val="C00000"/>
                </a:solidFill>
                <a:effectLst/>
                <a:uFillTx/>
                <a:latin typeface="Times New Roman"/>
                <a:ea typeface="微軟正黑體"/>
              </a:rPr>
              <a:t>一、委員書面意見回復</a:t>
            </a:r>
            <a:endParaRPr lang="en-US" sz="3600" b="0" u="none" strike="noStrike">
              <a:solidFill>
                <a:srgbClr val="000000"/>
              </a:solidFill>
              <a:effectLst/>
              <a:uFillTx/>
              <a:latin typeface="Arial"/>
            </a:endParaRPr>
          </a:p>
        </p:txBody>
      </p:sp>
      <p:graphicFrame>
        <p:nvGraphicFramePr>
          <p:cNvPr id="76" name="表格 2"/>
          <p:cNvGraphicFramePr/>
          <p:nvPr/>
        </p:nvGraphicFramePr>
        <p:xfrm>
          <a:off x="688680" y="2066040"/>
          <a:ext cx="10540080" cy="1112400"/>
        </p:xfrm>
        <a:graphic>
          <a:graphicData uri="http://schemas.openxmlformats.org/drawingml/2006/table">
            <a:tbl>
              <a:tblPr/>
              <a:tblGrid>
                <a:gridCol w="733320"/>
                <a:gridCol w="3776040"/>
                <a:gridCol w="4359240"/>
                <a:gridCol w="1671480"/>
              </a:tblGrid>
              <a:tr h="902520">
                <a:tc>
                  <a:txBody>
                    <a:bodyPr anchor="t">
                      <a:noAutofit/>
                    </a:bodyPr>
                    <a:p>
                      <a:pPr marL="216000" indent="-216000" algn="ctr">
                        <a:buClr>
                          <a:srgbClr val="000000"/>
                        </a:buClr>
                        <a:buSzPct val="45000"/>
                        <a:buFont typeface="Wingdings" charset="2"/>
                        <a:buChar char=""/>
                      </a:pPr>
                      <a:r>
                        <a:rPr lang="zh-TW" sz="2400" b="1" u="none" strike="noStrike">
                          <a:solidFill>
                            <a:srgbClr val="FFFFFF"/>
                          </a:solidFill>
                          <a:effectLst/>
                          <a:uFillTx/>
                          <a:latin typeface="Times New Roman"/>
                          <a:ea typeface="微軟正黑體"/>
                        </a:rPr>
                        <a:t>序號</a:t>
                      </a:r>
                      <a:endParaRPr lang="en-US" sz="2400" b="1" u="none" strike="noStrike">
                        <a:solidFill>
                          <a:srgbClr val="FFFFFF"/>
                        </a:solidFill>
                        <a:effectLst/>
                        <a:uFillTx/>
                        <a:latin typeface="+mn-lt"/>
                      </a:endParaRPr>
                    </a:p>
                  </a:txBody>
                  <a:tcPr anchor="t" marL="91440" marR="91440" marT="45720" marB="45720">
                    <a:lnL>
                      <a:noFill/>
                    </a:lnL>
                    <a:lnR>
                      <a:noFill/>
                    </a:lnR>
                    <a:lnT>
                      <a:noFill/>
                    </a:lnT>
                    <a:lnB w="76320">
                      <a:solidFill>
                        <a:srgbClr val="FFFFFF"/>
                      </a:solidFill>
                      <a:prstDash val="solid"/>
                    </a:lnB>
                    <a:solidFill>
                      <a:srgbClr val="4472C4"/>
                    </a:solidFill>
                  </a:tcPr>
                </a:tc>
                <a:tc>
                  <a:txBody>
                    <a:bodyPr anchor="t">
                      <a:noAutofit/>
                    </a:bodyPr>
                    <a:p>
                      <a:pPr marL="216000" indent="-216000" algn="ctr">
                        <a:buClr>
                          <a:srgbClr val="000000"/>
                        </a:buClr>
                        <a:buSzPct val="45000"/>
                        <a:buFont typeface="Wingdings" charset="2"/>
                        <a:buChar char=""/>
                      </a:pPr>
                      <a:r>
                        <a:rPr lang="zh-TW" sz="2400" b="1" u="none" strike="noStrike">
                          <a:solidFill>
                            <a:srgbClr val="FFFFFF"/>
                          </a:solidFill>
                          <a:effectLst/>
                          <a:uFillTx/>
                          <a:latin typeface="Times New Roman"/>
                          <a:ea typeface="微軟正黑體"/>
                        </a:rPr>
                        <a:t>委員書面意見</a:t>
                      </a:r>
                      <a:endParaRPr lang="en-US" sz="2400" b="1" u="none" strike="noStrike">
                        <a:solidFill>
                          <a:srgbClr val="FFFFFF"/>
                        </a:solidFill>
                        <a:effectLst/>
                        <a:uFillTx/>
                        <a:latin typeface="+mn-lt"/>
                      </a:endParaRPr>
                    </a:p>
                  </a:txBody>
                  <a:tcPr anchor="t" marL="91440" marR="91440" marT="45720" marB="45720">
                    <a:lnL>
                      <a:noFill/>
                    </a:lnL>
                    <a:lnR>
                      <a:noFill/>
                    </a:lnR>
                    <a:lnT>
                      <a:noFill/>
                    </a:lnT>
                    <a:lnB w="76320">
                      <a:solidFill>
                        <a:srgbClr val="FFFFFF"/>
                      </a:solidFill>
                      <a:prstDash val="solid"/>
                    </a:lnB>
                    <a:solidFill>
                      <a:srgbClr val="4472C4"/>
                    </a:solidFill>
                  </a:tcPr>
                </a:tc>
                <a:tc>
                  <a:txBody>
                    <a:bodyPr anchor="t">
                      <a:noAutofit/>
                    </a:bodyPr>
                    <a:p>
                      <a:pPr algn="ctr">
                        <a:lnSpc>
                          <a:spcPct val="100000"/>
                        </a:lnSpc>
                      </a:pPr>
                      <a:r>
                        <a:rPr lang="zh-TW" sz="2400" b="1" u="none" strike="noStrike">
                          <a:solidFill>
                            <a:srgbClr val="FFFFFF"/>
                          </a:solidFill>
                          <a:effectLst/>
                          <a:uFillTx/>
                          <a:latin typeface="Times New Roman"/>
                          <a:ea typeface="微軟正黑體"/>
                        </a:rPr>
                        <a:t>委員書面意見回覆說明</a:t>
                      </a:r>
                      <a:endParaRPr lang="en-US" sz="2400" b="1" u="none" strike="noStrike">
                        <a:solidFill>
                          <a:srgbClr val="FFFFFF"/>
                        </a:solidFill>
                        <a:effectLst/>
                        <a:uFillTx/>
                        <a:latin typeface="+mn-lt"/>
                      </a:endParaRPr>
                    </a:p>
                  </a:txBody>
                  <a:tcPr anchor="t" marL="91440" marR="91440" marT="45720" marB="45720">
                    <a:lnL>
                      <a:noFill/>
                    </a:lnL>
                    <a:lnR>
                      <a:noFill/>
                    </a:lnR>
                    <a:lnT>
                      <a:noFill/>
                    </a:lnT>
                    <a:lnB w="76320">
                      <a:solidFill>
                        <a:srgbClr val="FFFFFF"/>
                      </a:solidFill>
                      <a:prstDash val="solid"/>
                    </a:lnB>
                    <a:solidFill>
                      <a:srgbClr val="4472C4"/>
                    </a:solidFill>
                  </a:tcPr>
                </a:tc>
                <a:tc>
                  <a:txBody>
                    <a:bodyPr anchor="t">
                      <a:noAutofit/>
                    </a:bodyPr>
                    <a:p>
                      <a:pPr marL="216000" indent="-216000" algn="ctr">
                        <a:buClr>
                          <a:srgbClr val="000000"/>
                        </a:buClr>
                        <a:buSzPct val="45000"/>
                        <a:buFont typeface="Wingdings" charset="2"/>
                        <a:buChar char=""/>
                      </a:pPr>
                      <a:r>
                        <a:rPr lang="zh-TW" sz="2400" b="1" u="none" strike="noStrike">
                          <a:solidFill>
                            <a:srgbClr val="FFFFFF"/>
                          </a:solidFill>
                          <a:effectLst/>
                          <a:uFillTx/>
                          <a:latin typeface="Times New Roman"/>
                          <a:ea typeface="微軟正黑體"/>
                        </a:rPr>
                        <a:t>頁碼</a:t>
                      </a:r>
                      <a:endParaRPr lang="en-US" sz="2400" b="1" u="none" strike="noStrike">
                        <a:solidFill>
                          <a:srgbClr val="FFFFFF"/>
                        </a:solidFill>
                        <a:effectLst/>
                        <a:uFillTx/>
                        <a:latin typeface="+mn-lt"/>
                      </a:endParaRPr>
                    </a:p>
                  </a:txBody>
                  <a:tcPr anchor="t" marL="91440" marR="91440" marT="45720" marB="45720">
                    <a:lnL>
                      <a:noFill/>
                    </a:lnL>
                    <a:lnR>
                      <a:noFill/>
                    </a:lnR>
                    <a:lnT>
                      <a:noFill/>
                    </a:lnT>
                    <a:lnB w="76320">
                      <a:solidFill>
                        <a:srgbClr val="FFFFFF"/>
                      </a:solidFill>
                      <a:prstDash val="solid"/>
                    </a:lnB>
                    <a:solidFill>
                      <a:srgbClr val="4472C4"/>
                    </a:solidFill>
                  </a:tcPr>
                </a:tc>
              </a:tr>
              <a:tr h="396720">
                <a:tc>
                  <a:txBody>
                    <a:bodyPr anchor="t">
                      <a:noAutofit/>
                    </a:bodyPr>
                    <a:p>
                      <a:endParaRPr lang="en-US" sz="2400" b="0" u="none" strike="noStrike">
                        <a:solidFill>
                          <a:srgbClr val="000000"/>
                        </a:solidFill>
                        <a:effectLst/>
                        <a:uFillTx/>
                        <a:latin typeface="Times New Roman"/>
                      </a:endParaRPr>
                    </a:p>
                  </a:txBody>
                  <a:tcPr anchor="t" marL="91440" marR="91440" marT="45720" marB="45720">
                    <a:lnL>
                      <a:noFill/>
                    </a:lnL>
                    <a:lnR>
                      <a:noFill/>
                    </a:lnR>
                    <a:lnT>
                      <a:noFill/>
                    </a:lnT>
                    <a:lnB>
                      <a:noFill/>
                    </a:lnB>
                    <a:solidFill>
                      <a:srgbClr val="CFD5EA"/>
                    </a:solidFill>
                  </a:tcPr>
                </a:tc>
                <a:tc>
                  <a:txBody>
                    <a:bodyPr anchor="t">
                      <a:noAutofit/>
                    </a:bodyPr>
                    <a:p>
                      <a:endParaRPr lang="en-US" sz="2400" b="0" u="none" strike="noStrike">
                        <a:solidFill>
                          <a:srgbClr val="000000"/>
                        </a:solidFill>
                        <a:effectLst/>
                        <a:uFillTx/>
                        <a:latin typeface="Times New Roman"/>
                      </a:endParaRPr>
                    </a:p>
                  </a:txBody>
                  <a:tcPr anchor="t" marL="91440" marR="91440" marT="45720" marB="45720">
                    <a:lnL>
                      <a:noFill/>
                    </a:lnL>
                    <a:lnR>
                      <a:noFill/>
                    </a:lnR>
                    <a:lnT>
                      <a:noFill/>
                    </a:lnT>
                    <a:lnB>
                      <a:noFill/>
                    </a:lnB>
                    <a:solidFill>
                      <a:srgbClr val="CFD5EA"/>
                    </a:solidFill>
                  </a:tcPr>
                </a:tc>
                <a:tc>
                  <a:txBody>
                    <a:bodyPr anchor="t">
                      <a:noAutofit/>
                    </a:bodyPr>
                    <a:p>
                      <a:endParaRPr lang="en-US" sz="2400" b="0" u="none" strike="noStrike">
                        <a:solidFill>
                          <a:srgbClr val="000000"/>
                        </a:solidFill>
                        <a:effectLst/>
                        <a:uFillTx/>
                        <a:latin typeface="Times New Roman"/>
                      </a:endParaRPr>
                    </a:p>
                  </a:txBody>
                  <a:tcPr anchor="t" marL="91440" marR="91440" marT="45720" marB="45720">
                    <a:lnL>
                      <a:noFill/>
                    </a:lnL>
                    <a:lnR>
                      <a:noFill/>
                    </a:lnR>
                    <a:lnT>
                      <a:noFill/>
                    </a:lnT>
                    <a:lnB>
                      <a:noFill/>
                    </a:lnB>
                    <a:solidFill>
                      <a:srgbClr val="CFD5EA"/>
                    </a:solidFill>
                  </a:tcPr>
                </a:tc>
                <a:tc>
                  <a:txBody>
                    <a:bodyPr anchor="t">
                      <a:noAutofit/>
                    </a:bodyPr>
                    <a:p>
                      <a:endParaRPr lang="en-US" sz="2400" b="0" u="none" strike="noStrike">
                        <a:solidFill>
                          <a:srgbClr val="000000"/>
                        </a:solidFill>
                        <a:effectLst/>
                        <a:uFillTx/>
                        <a:latin typeface="Times New Roman"/>
                      </a:endParaRPr>
                    </a:p>
                  </a:txBody>
                  <a:tcPr anchor="t" marL="91440" marR="91440" marT="45720" marB="45720">
                    <a:lnL>
                      <a:noFill/>
                    </a:lnL>
                    <a:lnR>
                      <a:noFill/>
                    </a:lnR>
                    <a:lnT>
                      <a:noFill/>
                    </a:lnT>
                    <a:lnB>
                      <a:noFill/>
                    </a:lnB>
                    <a:solidFill>
                      <a:srgbClr val="CFD5EA"/>
                    </a:solidFill>
                  </a:tcPr>
                </a:tc>
              </a:tr>
              <a:tr h="396720">
                <a:tc>
                  <a:txBody>
                    <a:bodyPr anchor="t">
                      <a:noAutofit/>
                    </a:bodyPr>
                    <a:p>
                      <a:endParaRPr lang="en-US" sz="2400" b="0" u="none" strike="noStrike">
                        <a:solidFill>
                          <a:srgbClr val="FFFFFF"/>
                        </a:solidFill>
                        <a:effectLst/>
                        <a:uFillTx/>
                        <a:latin typeface="Times New Roman"/>
                      </a:endParaRPr>
                    </a:p>
                  </a:txBody>
                  <a:tcPr anchor="t" marL="91440" marR="91440" marT="45720" marB="45720">
                    <a:lnL>
                      <a:noFill/>
                    </a:lnL>
                    <a:lnR>
                      <a:noFill/>
                    </a:lnR>
                    <a:lnT>
                      <a:noFill/>
                    </a:lnT>
                    <a:lnB>
                      <a:noFill/>
                    </a:lnB>
                    <a:solidFill>
                      <a:srgbClr val="156082"/>
                    </a:solidFill>
                  </a:tcPr>
                </a:tc>
                <a:tc>
                  <a:txBody>
                    <a:bodyPr anchor="t">
                      <a:noAutofit/>
                    </a:bodyPr>
                    <a:p>
                      <a:endParaRPr lang="en-US" sz="2400" b="0" u="none" strike="noStrike">
                        <a:solidFill>
                          <a:srgbClr val="FFFFFF"/>
                        </a:solidFill>
                        <a:effectLst/>
                        <a:uFillTx/>
                        <a:latin typeface="Times New Roman"/>
                      </a:endParaRPr>
                    </a:p>
                  </a:txBody>
                  <a:tcPr anchor="t" marL="91440" marR="91440" marT="45720" marB="45720">
                    <a:lnL>
                      <a:noFill/>
                    </a:lnL>
                    <a:lnR>
                      <a:noFill/>
                    </a:lnR>
                    <a:lnT>
                      <a:noFill/>
                    </a:lnT>
                    <a:lnB>
                      <a:noFill/>
                    </a:lnB>
                    <a:solidFill>
                      <a:srgbClr val="156082"/>
                    </a:solidFill>
                  </a:tcPr>
                </a:tc>
                <a:tc>
                  <a:txBody>
                    <a:bodyPr anchor="t">
                      <a:noAutofit/>
                    </a:bodyPr>
                    <a:p>
                      <a:endParaRPr lang="en-US" sz="2400" b="0" u="none" strike="noStrike">
                        <a:solidFill>
                          <a:srgbClr val="FFFFFF"/>
                        </a:solidFill>
                        <a:effectLst/>
                        <a:uFillTx/>
                        <a:latin typeface="Times New Roman"/>
                      </a:endParaRPr>
                    </a:p>
                  </a:txBody>
                  <a:tcPr anchor="t" marL="91440" marR="91440" marT="45720" marB="45720">
                    <a:lnL>
                      <a:noFill/>
                    </a:lnL>
                    <a:lnR>
                      <a:noFill/>
                    </a:lnR>
                    <a:lnT>
                      <a:noFill/>
                    </a:lnT>
                    <a:lnB>
                      <a:noFill/>
                    </a:lnB>
                    <a:solidFill>
                      <a:srgbClr val="156082"/>
                    </a:solidFill>
                  </a:tcPr>
                </a:tc>
                <a:tc>
                  <a:txBody>
                    <a:bodyPr anchor="t">
                      <a:noAutofit/>
                    </a:bodyPr>
                    <a:p>
                      <a:endParaRPr lang="en-US" sz="2400" b="0" u="none" strike="noStrike">
                        <a:solidFill>
                          <a:srgbClr val="FFFFFF"/>
                        </a:solidFill>
                        <a:effectLst/>
                        <a:uFillTx/>
                        <a:latin typeface="Times New Roman"/>
                      </a:endParaRPr>
                    </a:p>
                  </a:txBody>
                  <a:tcPr anchor="t" marL="91440" marR="91440" marT="45720" marB="45720">
                    <a:lnL>
                      <a:noFill/>
                    </a:lnL>
                    <a:lnR>
                      <a:noFill/>
                    </a:lnR>
                    <a:lnT>
                      <a:noFill/>
                    </a:lnT>
                    <a:lnB>
                      <a:noFill/>
                    </a:lnB>
                    <a:solidFill>
                      <a:srgbClr val="156082"/>
                    </a:solidFill>
                  </a:tcPr>
                </a:tc>
              </a:tr>
            </a:tbl>
          </a:graphicData>
        </a:graphic>
      </p:graphicFrame>
    </p:spTree>
  </p:cSld>
  <mc:AlternateContent>
    <mc:Choice Requires="p14">
      <p:transition spd="slow" p14:dur="3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7" name="PlaceHolder 1"/>
          <p:cNvSpPr>
            <a:spLocks noGrp="1"/>
          </p:cNvSpPr>
          <p:nvPr>
            <p:ph type="title"/>
          </p:nvPr>
        </p:nvSpPr>
        <p:spPr>
          <a:xfrm>
            <a:off x="680400" y="907920"/>
            <a:ext cx="7797600" cy="792000"/>
          </a:xfrm>
          <a:prstGeom prst="rect">
            <a:avLst/>
          </a:prstGeom>
          <a:noFill/>
          <a:ln w="19080">
            <a:noFill/>
          </a:ln>
        </p:spPr>
        <p:txBody>
          <a:bodyPr lIns="91440" tIns="45720" rIns="91440" bIns="45720" anchor="ctr">
            <a:noAutofit/>
          </a:bodyPr>
          <a:p>
            <a:pPr indent="0" algn="l">
              <a:lnSpc>
                <a:spcPct val="150000"/>
              </a:lnSpc>
              <a:buNone/>
            </a:pPr>
            <a:r>
              <a:rPr lang="en-US" sz="3200" b="1" u="none" strike="noStrike">
                <a:solidFill>
                  <a:srgbClr val="004D8B"/>
                </a:solidFill>
                <a:effectLst/>
                <a:uFillTx/>
                <a:latin typeface="微軟正黑體"/>
                <a:ea typeface="微軟正黑體"/>
              </a:rPr>
              <a:t>(</a:t>
            </a:r>
            <a:r>
              <a:rPr lang="zh-TW" sz="3200" b="1" u="none" strike="noStrike">
                <a:solidFill>
                  <a:srgbClr val="004D8B"/>
                </a:solidFill>
                <a:effectLst/>
                <a:uFillTx/>
                <a:latin typeface="微軟正黑體"/>
                <a:ea typeface="微軟正黑體"/>
              </a:rPr>
              <a:t>一</a:t>
            </a:r>
            <a:r>
              <a:rPr lang="en-US" sz="3200" b="1" u="none" strike="noStrike">
                <a:solidFill>
                  <a:srgbClr val="004D8B"/>
                </a:solidFill>
                <a:effectLst/>
                <a:uFillTx/>
                <a:latin typeface="微軟正黑體"/>
                <a:ea typeface="微軟正黑體"/>
              </a:rPr>
              <a:t>)</a:t>
            </a:r>
            <a:r>
              <a:rPr lang="zh-TW" sz="3200" b="1" u="none" strike="noStrike">
                <a:solidFill>
                  <a:srgbClr val="004D8B"/>
                </a:solidFill>
                <a:effectLst/>
                <a:uFillTx/>
                <a:latin typeface="微軟正黑體"/>
                <a:ea typeface="微軟正黑體"/>
              </a:rPr>
              <a:t>基本資料</a:t>
            </a:r>
            <a:endParaRPr lang="en-US" sz="3200" b="0" u="none" strike="noStrike">
              <a:solidFill>
                <a:srgbClr val="000000"/>
              </a:solidFill>
              <a:effectLst/>
              <a:uFillTx/>
              <a:latin typeface="Arial"/>
            </a:endParaRPr>
          </a:p>
        </p:txBody>
      </p:sp>
      <p:sp>
        <p:nvSpPr>
          <p:cNvPr id="78" name="Rectangle 3"/>
          <p:cNvSpPr txBox="1"/>
          <p:nvPr/>
        </p:nvSpPr>
        <p:spPr>
          <a:xfrm>
            <a:off x="1248840" y="1699920"/>
            <a:ext cx="7632720" cy="2132280"/>
          </a:xfrm>
          <a:prstGeom prst="rect">
            <a:avLst/>
          </a:prstGeom>
          <a:noFill/>
          <a:ln w="0">
            <a:noFill/>
          </a:ln>
        </p:spPr>
        <p:txBody>
          <a:bodyPr lIns="36000" rIns="36000" anchor="t">
            <a:noAutofit/>
          </a:bodyPr>
          <a:p>
            <a:pPr marL="457200" indent="-457200">
              <a:lnSpc>
                <a:spcPct val="110000"/>
              </a:lnSpc>
              <a:spcBef>
                <a:spcPts val="400"/>
              </a:spcBef>
              <a:buClr>
                <a:srgbClr val="000000"/>
              </a:buClr>
              <a:buFont typeface="OpenSymbol"/>
              <a:buAutoNum type="arabicPeriod"/>
            </a:pPr>
            <a:r>
              <a:rPr lang="zh-TW" sz="2400" b="1" u="none" strike="noStrike">
                <a:solidFill>
                  <a:srgbClr val="000000"/>
                </a:solidFill>
                <a:effectLst/>
                <a:uFillTx/>
                <a:latin typeface="Times New Roman"/>
                <a:ea typeface="微軟正黑體"/>
              </a:rPr>
              <a:t>創立日期：</a:t>
            </a:r>
            <a:endParaRPr lang="en-US" sz="2400" b="0" u="none" strike="noStrike">
              <a:solidFill>
                <a:srgbClr val="000000"/>
              </a:solidFill>
              <a:effectLst/>
              <a:uFillTx/>
              <a:latin typeface="Arial"/>
            </a:endParaRPr>
          </a:p>
          <a:p>
            <a:pPr marL="457200" indent="-457200">
              <a:lnSpc>
                <a:spcPct val="110000"/>
              </a:lnSpc>
              <a:spcBef>
                <a:spcPts val="400"/>
              </a:spcBef>
              <a:buClr>
                <a:srgbClr val="000000"/>
              </a:buClr>
              <a:buFont typeface="OpenSymbol"/>
              <a:buAutoNum type="arabicPeriod"/>
            </a:pPr>
            <a:r>
              <a:rPr lang="zh-TW" sz="2400" b="1" u="none" strike="noStrike">
                <a:solidFill>
                  <a:srgbClr val="000000"/>
                </a:solidFill>
                <a:effectLst/>
                <a:uFillTx/>
                <a:latin typeface="Times New Roman"/>
                <a:ea typeface="微軟正黑體"/>
              </a:rPr>
              <a:t>實收資本額：新臺幣 </a:t>
            </a:r>
            <a:r>
              <a:rPr lang="en-US" sz="2400" b="1" u="none" strike="noStrike">
                <a:solidFill>
                  <a:srgbClr val="000000"/>
                </a:solidFill>
                <a:effectLst/>
                <a:uFillTx/>
                <a:latin typeface="Times New Roman"/>
                <a:ea typeface="微軟正黑體"/>
              </a:rPr>
              <a:t>      </a:t>
            </a:r>
            <a:r>
              <a:rPr lang="zh-TW" sz="2400" b="1" u="none" strike="noStrike">
                <a:solidFill>
                  <a:srgbClr val="000000"/>
                </a:solidFill>
                <a:effectLst/>
                <a:uFillTx/>
                <a:latin typeface="Times New Roman"/>
                <a:ea typeface="微軟正黑體"/>
              </a:rPr>
              <a:t>仟元</a:t>
            </a:r>
            <a:r>
              <a:rPr lang="en-US" sz="2400" b="1" u="none" strike="noStrike">
                <a:solidFill>
                  <a:srgbClr val="000000"/>
                </a:solidFill>
                <a:effectLst/>
                <a:uFillTx/>
                <a:latin typeface="Times New Roman"/>
                <a:ea typeface="微軟正黑體"/>
              </a:rPr>
              <a:t> </a:t>
            </a:r>
            <a:endParaRPr lang="en-US" sz="2400" b="0" u="none" strike="noStrike">
              <a:solidFill>
                <a:srgbClr val="000000"/>
              </a:solidFill>
              <a:effectLst/>
              <a:uFillTx/>
              <a:latin typeface="Arial"/>
            </a:endParaRPr>
          </a:p>
          <a:p>
            <a:pPr marL="457200" indent="-457200">
              <a:lnSpc>
                <a:spcPct val="110000"/>
              </a:lnSpc>
              <a:spcBef>
                <a:spcPts val="400"/>
              </a:spcBef>
              <a:buClr>
                <a:srgbClr val="000000"/>
              </a:buClr>
              <a:buFont typeface="OpenSymbol"/>
              <a:buAutoNum type="arabicPeriod"/>
            </a:pPr>
            <a:r>
              <a:rPr lang="zh-TW" sz="2400" b="1" u="none" strike="noStrike">
                <a:solidFill>
                  <a:srgbClr val="000000"/>
                </a:solidFill>
                <a:effectLst/>
                <a:uFillTx/>
                <a:latin typeface="Times New Roman"/>
                <a:ea typeface="微軟正黑體"/>
              </a:rPr>
              <a:t>負責人：</a:t>
            </a:r>
            <a:endParaRPr lang="en-US" sz="2400" b="0" u="none" strike="noStrike">
              <a:solidFill>
                <a:srgbClr val="000000"/>
              </a:solidFill>
              <a:effectLst/>
              <a:uFillTx/>
              <a:latin typeface="Arial"/>
            </a:endParaRPr>
          </a:p>
          <a:p>
            <a:pPr marL="457200" indent="-457200">
              <a:lnSpc>
                <a:spcPct val="110000"/>
              </a:lnSpc>
              <a:spcBef>
                <a:spcPts val="400"/>
              </a:spcBef>
              <a:buClr>
                <a:srgbClr val="000000"/>
              </a:buClr>
              <a:buFont typeface="OpenSymbol"/>
              <a:buAutoNum type="arabicPeriod"/>
            </a:pPr>
            <a:r>
              <a:rPr lang="zh-TW" sz="2400" b="1" u="none" strike="noStrike">
                <a:solidFill>
                  <a:srgbClr val="000000"/>
                </a:solidFill>
                <a:effectLst/>
                <a:uFillTx/>
                <a:latin typeface="Times New Roman"/>
                <a:ea typeface="微軟正黑體"/>
              </a:rPr>
              <a:t>員工人數：</a:t>
            </a:r>
            <a:r>
              <a:rPr lang="en-US" sz="2400" b="1" u="none" strike="noStrike">
                <a:solidFill>
                  <a:srgbClr val="000000"/>
                </a:solidFill>
                <a:effectLst/>
                <a:uFillTx/>
                <a:latin typeface="Times New Roman"/>
                <a:ea typeface="微軟正黑體"/>
              </a:rPr>
              <a:t>_______</a:t>
            </a:r>
            <a:r>
              <a:rPr lang="zh-TW" sz="2400" b="1" u="none" strike="noStrike">
                <a:solidFill>
                  <a:srgbClr val="000000"/>
                </a:solidFill>
                <a:effectLst/>
                <a:uFillTx/>
                <a:latin typeface="Times New Roman"/>
                <a:ea typeface="微軟正黑體"/>
              </a:rPr>
              <a:t>人</a:t>
            </a:r>
            <a:r>
              <a:rPr lang="en-US" sz="2400" b="1" u="none" strike="noStrike">
                <a:solidFill>
                  <a:srgbClr val="000000"/>
                </a:solidFill>
                <a:effectLst/>
                <a:uFillTx/>
                <a:latin typeface="Times New Roman"/>
                <a:ea typeface="微軟正黑體"/>
              </a:rPr>
              <a:t>(</a:t>
            </a:r>
            <a:r>
              <a:rPr lang="zh-TW" sz="2400" b="1" u="none" strike="noStrike">
                <a:solidFill>
                  <a:srgbClr val="000000"/>
                </a:solidFill>
                <a:effectLst/>
                <a:uFillTx/>
                <a:latin typeface="Times New Roman"/>
                <a:ea typeface="微軟正黑體"/>
              </a:rPr>
              <a:t>執行計畫人力</a:t>
            </a:r>
            <a:r>
              <a:rPr lang="en-US" sz="2400" b="1" u="none" strike="noStrike">
                <a:solidFill>
                  <a:srgbClr val="000000"/>
                </a:solidFill>
                <a:effectLst/>
                <a:uFillTx/>
                <a:latin typeface="Times New Roman"/>
                <a:ea typeface="微軟正黑體"/>
              </a:rPr>
              <a:t>_____</a:t>
            </a:r>
            <a:r>
              <a:rPr lang="zh-TW" sz="2400" b="1" u="none" strike="noStrike">
                <a:solidFill>
                  <a:srgbClr val="000000"/>
                </a:solidFill>
                <a:effectLst/>
                <a:uFillTx/>
                <a:latin typeface="Times New Roman"/>
                <a:ea typeface="微軟正黑體"/>
              </a:rPr>
              <a:t>人</a:t>
            </a:r>
            <a:r>
              <a:rPr lang="en-US" sz="2400" b="1" u="none" strike="noStrike">
                <a:solidFill>
                  <a:srgbClr val="000000"/>
                </a:solidFill>
                <a:effectLst/>
                <a:uFillTx/>
                <a:latin typeface="Times New Roman"/>
                <a:ea typeface="微軟正黑體"/>
              </a:rPr>
              <a:t>)</a:t>
            </a:r>
            <a:endParaRPr lang="en-US" sz="2400" b="0" u="none" strike="noStrike">
              <a:solidFill>
                <a:srgbClr val="000000"/>
              </a:solidFill>
              <a:effectLst/>
              <a:uFillTx/>
              <a:latin typeface="Arial"/>
            </a:endParaRPr>
          </a:p>
          <a:p>
            <a:pPr marL="457200" indent="-457200">
              <a:lnSpc>
                <a:spcPct val="110000"/>
              </a:lnSpc>
              <a:spcBef>
                <a:spcPts val="400"/>
              </a:spcBef>
              <a:buClr>
                <a:srgbClr val="000000"/>
              </a:buClr>
              <a:buFont typeface="OpenSymbol"/>
              <a:buAutoNum type="arabicPeriod"/>
            </a:pPr>
            <a:r>
              <a:rPr lang="zh-TW" sz="2400" b="1" u="none" strike="noStrike">
                <a:solidFill>
                  <a:srgbClr val="000000"/>
                </a:solidFill>
                <a:effectLst/>
                <a:uFillTx/>
                <a:latin typeface="Times New Roman"/>
                <a:ea typeface="微軟正黑體"/>
              </a:rPr>
              <a:t>公司實績</a:t>
            </a:r>
            <a:r>
              <a:rPr lang="en-US" sz="2400" b="1" u="none" strike="noStrike">
                <a:solidFill>
                  <a:srgbClr val="000000"/>
                </a:solidFill>
                <a:effectLst/>
                <a:uFillTx/>
                <a:latin typeface="Times New Roman"/>
                <a:ea typeface="微軟正黑體"/>
              </a:rPr>
              <a:t>(</a:t>
            </a:r>
            <a:r>
              <a:rPr lang="zh-TW" sz="2400" b="1" u="none" strike="noStrike">
                <a:solidFill>
                  <a:srgbClr val="000000"/>
                </a:solidFill>
                <a:effectLst/>
                <a:uFillTx/>
                <a:latin typeface="Times New Roman"/>
                <a:ea typeface="微軟正黑體"/>
              </a:rPr>
              <a:t>曾獲殊榮或認證</a:t>
            </a:r>
            <a:r>
              <a:rPr lang="en-US" sz="2400" b="1" u="none" strike="noStrike">
                <a:solidFill>
                  <a:srgbClr val="000000"/>
                </a:solidFill>
                <a:effectLst/>
                <a:uFillTx/>
                <a:latin typeface="Times New Roman"/>
                <a:ea typeface="微軟正黑體"/>
              </a:rPr>
              <a:t>)</a:t>
            </a:r>
            <a:r>
              <a:rPr lang="zh-TW" sz="2400" b="1" u="none" strike="noStrike">
                <a:solidFill>
                  <a:srgbClr val="000000"/>
                </a:solidFill>
                <a:effectLst/>
                <a:uFillTx/>
                <a:latin typeface="Times New Roman"/>
                <a:ea typeface="微軟正黑體"/>
              </a:rPr>
              <a:t>：</a:t>
            </a:r>
            <a:endParaRPr lang="en-US" sz="2400" b="0" u="none" strike="noStrike">
              <a:solidFill>
                <a:srgbClr val="000000"/>
              </a:solidFill>
              <a:effectLst/>
              <a:uFillTx/>
              <a:latin typeface="Arial"/>
            </a:endParaRPr>
          </a:p>
        </p:txBody>
      </p:sp>
      <p:sp>
        <p:nvSpPr>
          <p:cNvPr id="79" name="投影片編號版面配置區 4"/>
          <p:cNvSpPr txBox="1"/>
          <p:nvPr/>
        </p:nvSpPr>
        <p:spPr>
          <a:xfrm>
            <a:off x="9448920" y="6500160"/>
            <a:ext cx="2743200" cy="365040"/>
          </a:xfrm>
          <a:prstGeom prst="rect">
            <a:avLst/>
          </a:prstGeom>
          <a:noFill/>
          <a:ln w="0">
            <a:noFill/>
          </a:ln>
        </p:spPr>
        <p:txBody>
          <a:bodyPr anchor="t">
            <a:noAutofit/>
          </a:bodyPr>
          <a:p>
            <a:pPr algn="r">
              <a:lnSpc>
                <a:spcPct val="100000"/>
              </a:lnSpc>
            </a:pPr>
            <a:fld id="{A8B49D1D-474A-4782-9413-1D28F88DE9FA}" type="slidenum">
              <a:rPr lang="en-US" sz="1000" b="0" u="none" strike="noStrike">
                <a:solidFill>
                  <a:srgbClr val="000000"/>
                </a:solidFill>
                <a:effectLst/>
                <a:uFillTx/>
                <a:latin typeface="微軟正黑體"/>
                <a:ea typeface="微軟正黑體"/>
              </a:rPr>
              <a:t>3</a:t>
            </a:fld>
            <a:endParaRPr lang="en-US" sz="1000" b="0" u="none" strike="noStrike">
              <a:solidFill>
                <a:srgbClr val="000000"/>
              </a:solidFill>
              <a:effectLst/>
              <a:uFillTx/>
              <a:latin typeface="Arial"/>
            </a:endParaRPr>
          </a:p>
        </p:txBody>
      </p:sp>
      <p:sp>
        <p:nvSpPr>
          <p:cNvPr id="80" name="標題 1"/>
          <p:cNvSpPr txBox="1"/>
          <p:nvPr/>
        </p:nvSpPr>
        <p:spPr>
          <a:xfrm>
            <a:off x="1981080" y="155880"/>
            <a:ext cx="8229600" cy="921960"/>
          </a:xfrm>
          <a:prstGeom prst="rect">
            <a:avLst/>
          </a:prstGeom>
          <a:noFill/>
          <a:ln w="0">
            <a:noFill/>
          </a:ln>
        </p:spPr>
        <p:txBody>
          <a:bodyPr anchor="ctr" anchorCtr="1">
            <a:normAutofit/>
          </a:bodyPr>
          <a:p>
            <a:pPr algn="ctr">
              <a:lnSpc>
                <a:spcPct val="100000"/>
              </a:lnSpc>
            </a:pPr>
            <a:r>
              <a:rPr lang="zh-TW" sz="3600" b="1" u="none" strike="noStrike">
                <a:solidFill>
                  <a:srgbClr val="C00000"/>
                </a:solidFill>
                <a:effectLst/>
                <a:uFillTx/>
                <a:latin typeface="微軟正黑體"/>
                <a:ea typeface="微軟正黑體"/>
              </a:rPr>
              <a:t>二</a:t>
            </a:r>
            <a:r>
              <a:rPr lang="zh-TW" sz="3600" b="1" u="none" strike="noStrike">
                <a:solidFill>
                  <a:srgbClr val="C00000"/>
                </a:solidFill>
                <a:effectLst/>
                <a:uFillTx/>
                <a:latin typeface="微軟正黑體"/>
                <a:ea typeface="微軟正黑體"/>
              </a:rPr>
              <a:t>、 公司簡介</a:t>
            </a:r>
            <a:endParaRPr lang="en-US" sz="36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1" name="標題 1"/>
          <p:cNvSpPr txBox="1"/>
          <p:nvPr/>
        </p:nvSpPr>
        <p:spPr>
          <a:xfrm>
            <a:off x="978480" y="332640"/>
            <a:ext cx="8229600" cy="639000"/>
          </a:xfrm>
          <a:prstGeom prst="rect">
            <a:avLst/>
          </a:prstGeom>
          <a:noFill/>
          <a:ln w="0">
            <a:noFill/>
          </a:ln>
        </p:spPr>
        <p:txBody>
          <a:bodyPr anchor="t">
            <a:normAutofit/>
          </a:bodyPr>
          <a:p>
            <a:pPr>
              <a:lnSpc>
                <a:spcPct val="100000"/>
              </a:lnSpc>
            </a:pPr>
            <a:r>
              <a:rPr lang="en-US" sz="3200" b="1" u="none" strike="noStrike">
                <a:solidFill>
                  <a:srgbClr val="004D8B"/>
                </a:solidFill>
                <a:effectLst/>
                <a:uFillTx/>
                <a:latin typeface="微軟正黑體"/>
                <a:ea typeface="微軟正黑體"/>
              </a:rPr>
              <a:t>(</a:t>
            </a:r>
            <a:r>
              <a:rPr lang="zh-TW" sz="3200" b="1" u="none" strike="noStrike">
                <a:solidFill>
                  <a:srgbClr val="004D8B"/>
                </a:solidFill>
                <a:effectLst/>
                <a:uFillTx/>
                <a:latin typeface="微軟正黑體"/>
                <a:ea typeface="微軟正黑體"/>
              </a:rPr>
              <a:t>二</a:t>
            </a:r>
            <a:r>
              <a:rPr lang="en-US" sz="3200" b="1" u="none" strike="noStrike">
                <a:solidFill>
                  <a:srgbClr val="004D8B"/>
                </a:solidFill>
                <a:effectLst/>
                <a:uFillTx/>
                <a:latin typeface="微軟正黑體"/>
                <a:ea typeface="微軟正黑體"/>
              </a:rPr>
              <a:t>)</a:t>
            </a:r>
            <a:r>
              <a:rPr lang="zh-TW" sz="3200" b="1" u="none" strike="noStrike">
                <a:solidFill>
                  <a:srgbClr val="004D8B"/>
                </a:solidFill>
                <a:effectLst/>
                <a:uFillTx/>
                <a:latin typeface="微軟正黑體"/>
                <a:ea typeface="微軟正黑體"/>
              </a:rPr>
              <a:t>主要營業項目及歷年營運狀況</a:t>
            </a:r>
            <a:endParaRPr lang="en-US" sz="3200" b="0" u="none" strike="noStrike">
              <a:solidFill>
                <a:srgbClr val="000000"/>
              </a:solidFill>
              <a:effectLst/>
              <a:uFillTx/>
              <a:latin typeface="Arial"/>
            </a:endParaRPr>
          </a:p>
        </p:txBody>
      </p:sp>
      <p:sp>
        <p:nvSpPr>
          <p:cNvPr id="82" name="Rectangle 3"/>
          <p:cNvSpPr txBox="1"/>
          <p:nvPr/>
        </p:nvSpPr>
        <p:spPr>
          <a:xfrm>
            <a:off x="844920" y="971640"/>
            <a:ext cx="8496720" cy="1801080"/>
          </a:xfrm>
          <a:prstGeom prst="rect">
            <a:avLst/>
          </a:prstGeom>
          <a:noFill/>
          <a:ln w="0">
            <a:noFill/>
          </a:ln>
        </p:spPr>
        <p:txBody>
          <a:bodyPr lIns="36000" rIns="36000" anchor="t">
            <a:noAutofit/>
          </a:bodyPr>
          <a:p>
            <a:pPr marL="1279440" indent="-457200">
              <a:lnSpc>
                <a:spcPct val="110000"/>
              </a:lnSpc>
              <a:spcBef>
                <a:spcPts val="400"/>
              </a:spcBef>
              <a:buClr>
                <a:srgbClr val="000000"/>
              </a:buClr>
              <a:buFont typeface="OpenSymbol"/>
              <a:buAutoNum type="arabicPeriod"/>
            </a:pPr>
            <a:r>
              <a:rPr lang="zh-TW" sz="2400" b="1" u="none" strike="noStrike">
                <a:solidFill>
                  <a:srgbClr val="000000"/>
                </a:solidFill>
                <a:effectLst/>
                <a:uFillTx/>
                <a:latin typeface="Times New Roman"/>
                <a:ea typeface="微軟正黑體"/>
              </a:rPr>
              <a:t>營業項目：</a:t>
            </a:r>
            <a:endParaRPr lang="en-US" sz="2400" b="0" u="none" strike="noStrike">
              <a:solidFill>
                <a:srgbClr val="000000"/>
              </a:solidFill>
              <a:effectLst/>
              <a:uFillTx/>
              <a:latin typeface="Arial"/>
            </a:endParaRPr>
          </a:p>
          <a:p>
            <a:pPr marL="1279440" indent="-457200">
              <a:lnSpc>
                <a:spcPct val="110000"/>
              </a:lnSpc>
              <a:spcBef>
                <a:spcPts val="400"/>
              </a:spcBef>
              <a:buClr>
                <a:srgbClr val="000000"/>
              </a:buClr>
              <a:buFont typeface="OpenSymbol"/>
              <a:buAutoNum type="arabicPeriod"/>
            </a:pPr>
            <a:r>
              <a:rPr lang="zh-TW" sz="2400" b="1" u="none" strike="noStrike">
                <a:solidFill>
                  <a:srgbClr val="000000"/>
                </a:solidFill>
                <a:effectLst/>
                <a:uFillTx/>
                <a:latin typeface="Times New Roman"/>
                <a:ea typeface="微軟正黑體"/>
              </a:rPr>
              <a:t>主要客戶：</a:t>
            </a:r>
            <a:endParaRPr lang="en-US" sz="2400" b="0" u="none" strike="noStrike">
              <a:solidFill>
                <a:srgbClr val="000000"/>
              </a:solidFill>
              <a:effectLst/>
              <a:uFillTx/>
              <a:latin typeface="Arial"/>
            </a:endParaRPr>
          </a:p>
          <a:p>
            <a:pPr marL="1279440" indent="-457200">
              <a:lnSpc>
                <a:spcPct val="110000"/>
              </a:lnSpc>
              <a:spcBef>
                <a:spcPts val="400"/>
              </a:spcBef>
              <a:buClr>
                <a:srgbClr val="000000"/>
              </a:buClr>
              <a:buFont typeface="OpenSymbol"/>
              <a:buAutoNum type="arabicPeriod"/>
            </a:pPr>
            <a:r>
              <a:rPr lang="zh-TW" sz="2400" b="1" u="none" strike="noStrike">
                <a:solidFill>
                  <a:srgbClr val="000000"/>
                </a:solidFill>
                <a:effectLst/>
                <a:uFillTx/>
                <a:latin typeface="Times New Roman"/>
                <a:ea typeface="微軟正黑體"/>
              </a:rPr>
              <a:t>營業額：</a:t>
            </a:r>
            <a:endParaRPr lang="en-US" sz="2400" b="0" u="none" strike="noStrike">
              <a:solidFill>
                <a:srgbClr val="000000"/>
              </a:solidFill>
              <a:effectLst/>
              <a:uFillTx/>
              <a:latin typeface="Arial"/>
            </a:endParaRPr>
          </a:p>
        </p:txBody>
      </p:sp>
      <p:graphicFrame>
        <p:nvGraphicFramePr>
          <p:cNvPr id="83" name="Group 25"/>
          <p:cNvGraphicFramePr/>
          <p:nvPr/>
        </p:nvGraphicFramePr>
        <p:xfrm>
          <a:off x="1574640" y="2498400"/>
          <a:ext cx="9037800" cy="2997720"/>
        </p:xfrm>
        <a:graphic>
          <a:graphicData uri="http://schemas.openxmlformats.org/drawingml/2006/table">
            <a:tbl>
              <a:tblPr/>
              <a:tblGrid>
                <a:gridCol w="1824480"/>
                <a:gridCol w="2434320"/>
                <a:gridCol w="2432880"/>
                <a:gridCol w="2346120"/>
              </a:tblGrid>
              <a:tr h="430200">
                <a:tc rowSpan="2">
                  <a:txBody>
                    <a:bodyPr anchor="ctr">
                      <a:noAutofit/>
                    </a:bodyPr>
                    <a:p>
                      <a:pPr algn="ctr">
                        <a:lnSpc>
                          <a:spcPct val="150000"/>
                        </a:lnSpc>
                        <a:spcBef>
                          <a:spcPts val="499"/>
                        </a:spcBef>
                      </a:pPr>
                      <a:r>
                        <a:rPr lang="zh-TW" sz="2000" b="1" u="none" strike="noStrike">
                          <a:solidFill>
                            <a:srgbClr val="FFFFFF"/>
                          </a:solidFill>
                          <a:effectLst/>
                          <a:uFillTx/>
                          <a:latin typeface="微軟正黑體"/>
                          <a:ea typeface="微軟正黑體"/>
                        </a:rPr>
                        <a:t>產品項目</a:t>
                      </a:r>
                      <a:endParaRPr lang="en-US" sz="2000" b="0" u="none" strike="noStrike">
                        <a:solidFill>
                          <a:srgbClr val="FFFFFF"/>
                        </a:solidFill>
                        <a:effectLst/>
                        <a:uFillTx/>
                        <a:latin typeface="Arial"/>
                      </a:endParaRPr>
                    </a:p>
                  </a:txBody>
                  <a:tcPr anchor="ctr" marL="91440" marR="91440" marT="45720" marB="45720">
                    <a:lnL w="56880">
                      <a:solidFill>
                        <a:srgbClr val="000000"/>
                      </a:solidFill>
                      <a:prstDash val="solid"/>
                    </a:lnL>
                    <a:lnR w="25200">
                      <a:solidFill>
                        <a:srgbClr val="000000"/>
                      </a:solidFill>
                      <a:prstDash val="solid"/>
                    </a:lnR>
                    <a:lnT w="56880">
                      <a:solidFill>
                        <a:srgbClr val="000000"/>
                      </a:solidFill>
                      <a:prstDash val="solid"/>
                    </a:lnT>
                    <a:lnB w="25200">
                      <a:solidFill>
                        <a:srgbClr val="000000"/>
                      </a:solidFill>
                      <a:prstDash val="solid"/>
                    </a:lnB>
                    <a:solidFill>
                      <a:srgbClr val="FF6600"/>
                    </a:solidFill>
                  </a:tcPr>
                </a:tc>
                <a:tc gridSpan="3">
                  <a:txBody>
                    <a:bodyPr anchor="t">
                      <a:noAutofit/>
                    </a:bodyPr>
                    <a:p>
                      <a:pPr algn="ctr">
                        <a:lnSpc>
                          <a:spcPct val="100000"/>
                        </a:lnSpc>
                        <a:spcBef>
                          <a:spcPts val="499"/>
                        </a:spcBef>
                      </a:pPr>
                      <a:r>
                        <a:rPr lang="zh-TW" sz="2000" b="1" u="none" strike="noStrike">
                          <a:solidFill>
                            <a:srgbClr val="FFFFFF"/>
                          </a:solidFill>
                          <a:effectLst/>
                          <a:uFillTx/>
                          <a:latin typeface="微軟正黑體"/>
                          <a:ea typeface="微軟正黑體"/>
                        </a:rPr>
                        <a:t>近三年營業額</a:t>
                      </a:r>
                      <a:endParaRPr lang="en-US" sz="2000" b="0" u="none" strike="noStrike">
                        <a:solidFill>
                          <a:srgbClr val="FFFFFF"/>
                        </a:solidFill>
                        <a:effectLst/>
                        <a:uFillTx/>
                        <a:latin typeface="Arial"/>
                      </a:endParaRPr>
                    </a:p>
                  </a:txBody>
                  <a:tcPr anchor="t" marL="91440" marR="91440" marT="45720" marB="45720">
                    <a:lnL w="25200">
                      <a:solidFill>
                        <a:srgbClr val="000000"/>
                      </a:solidFill>
                      <a:prstDash val="solid"/>
                    </a:lnL>
                    <a:lnR w="56880">
                      <a:solidFill>
                        <a:srgbClr val="000000"/>
                      </a:solidFill>
                      <a:prstDash val="solid"/>
                    </a:lnR>
                    <a:lnT w="56880">
                      <a:solidFill>
                        <a:srgbClr val="000000"/>
                      </a:solidFill>
                      <a:prstDash val="solid"/>
                    </a:lnT>
                    <a:lnB w="25200">
                      <a:solidFill>
                        <a:srgbClr val="000000"/>
                      </a:solidFill>
                      <a:prstDash val="solid"/>
                    </a:lnB>
                    <a:solidFill>
                      <a:srgbClr val="FF6600"/>
                    </a:solidFill>
                  </a:tcPr>
                </a:tc>
                <a:tc hMerge="1">
                  <a:txBody>
                    <a:bodyPr lIns="90000" tIns="45000" rIns="90000" bIns="45000" anchor="t">
                      <a:noAutofit/>
                    </a:bodyPr>
                    <a:p>
                      <a:endParaRPr lang="en-US"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hMerge="1">
                  <a:txBody>
                    <a:bodyPr lIns="90000" tIns="45000" rIns="90000" bIns="45000" anchor="t">
                      <a:noAutofit/>
                    </a:bodyPr>
                    <a:p>
                      <a:endParaRPr lang="en-US"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r>
              <a:tr h="599400">
                <a:tc vMerge="1">
                  <a:txBody>
                    <a:bodyPr lIns="90000" tIns="45000" rIns="90000" bIns="45000" anchor="t">
                      <a:noAutofit/>
                    </a:bodyPr>
                    <a:p>
                      <a:endParaRPr lang="en-US"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a:txBody>
                    <a:bodyPr anchor="t">
                      <a:noAutofit/>
                    </a:bodyPr>
                    <a:p>
                      <a:pPr algn="ctr">
                        <a:lnSpc>
                          <a:spcPct val="100000"/>
                        </a:lnSpc>
                        <a:spcBef>
                          <a:spcPts val="499"/>
                        </a:spcBef>
                      </a:pPr>
                      <a:r>
                        <a:rPr lang="en-US" sz="2000" b="1" u="none" strike="noStrike">
                          <a:solidFill>
                            <a:srgbClr val="FFFFFF"/>
                          </a:solidFill>
                          <a:effectLst/>
                          <a:uFillTx/>
                          <a:latin typeface="Times New Roman"/>
                          <a:ea typeface="微軟正黑體"/>
                        </a:rPr>
                        <a:t>X</a:t>
                      </a:r>
                      <a:r>
                        <a:rPr lang="zh-TW" sz="2000" b="1" u="none" strike="noStrike">
                          <a:solidFill>
                            <a:srgbClr val="FFFFFF"/>
                          </a:solidFill>
                          <a:effectLst/>
                          <a:uFillTx/>
                          <a:latin typeface="Times New Roman"/>
                          <a:ea typeface="微軟正黑體"/>
                        </a:rPr>
                        <a:t>年</a:t>
                      </a:r>
                      <a:endParaRPr lang="en-US" sz="2000" b="0" u="none" strike="noStrike">
                        <a:solidFill>
                          <a:srgbClr val="FFFFFF"/>
                        </a:solidFill>
                        <a:effectLst/>
                        <a:uFillTx/>
                        <a:latin typeface="Arial"/>
                      </a:endParaRPr>
                    </a:p>
                  </a:txBody>
                  <a:tcPr anchor="t"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FF6600"/>
                    </a:solidFill>
                  </a:tcPr>
                </a:tc>
                <a:tc>
                  <a:txBody>
                    <a:bodyPr anchor="t">
                      <a:noAutofit/>
                    </a:bodyPr>
                    <a:p>
                      <a:pPr algn="ctr">
                        <a:lnSpc>
                          <a:spcPct val="100000"/>
                        </a:lnSpc>
                        <a:spcBef>
                          <a:spcPts val="499"/>
                        </a:spcBef>
                      </a:pPr>
                      <a:r>
                        <a:rPr lang="en-US" sz="2000" b="1" u="none" strike="noStrike">
                          <a:solidFill>
                            <a:srgbClr val="FFFFFF"/>
                          </a:solidFill>
                          <a:effectLst/>
                          <a:uFillTx/>
                          <a:latin typeface="Times New Roman"/>
                          <a:ea typeface="微軟正黑體"/>
                        </a:rPr>
                        <a:t>X-1</a:t>
                      </a:r>
                      <a:r>
                        <a:rPr lang="zh-TW" sz="2000" b="1" u="none" strike="noStrike">
                          <a:solidFill>
                            <a:srgbClr val="FFFFFF"/>
                          </a:solidFill>
                          <a:effectLst/>
                          <a:uFillTx/>
                          <a:latin typeface="Times New Roman"/>
                          <a:ea typeface="微軟正黑體"/>
                        </a:rPr>
                        <a:t>年</a:t>
                      </a:r>
                      <a:endParaRPr lang="en-US" sz="2000" b="0" u="none" strike="noStrike">
                        <a:solidFill>
                          <a:srgbClr val="FFFFFF"/>
                        </a:solidFill>
                        <a:effectLst/>
                        <a:uFillTx/>
                        <a:latin typeface="Arial"/>
                      </a:endParaRPr>
                    </a:p>
                  </a:txBody>
                  <a:tcPr anchor="t"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FF6600"/>
                    </a:solidFill>
                  </a:tcPr>
                </a:tc>
                <a:tc>
                  <a:txBody>
                    <a:bodyPr anchor="t">
                      <a:noAutofit/>
                    </a:bodyPr>
                    <a:p>
                      <a:pPr algn="ctr">
                        <a:lnSpc>
                          <a:spcPct val="100000"/>
                        </a:lnSpc>
                        <a:spcBef>
                          <a:spcPts val="499"/>
                        </a:spcBef>
                      </a:pPr>
                      <a:r>
                        <a:rPr lang="en-US" sz="2000" b="1" u="none" strike="noStrike">
                          <a:solidFill>
                            <a:srgbClr val="FFFFFF"/>
                          </a:solidFill>
                          <a:effectLst/>
                          <a:uFillTx/>
                          <a:latin typeface="Times New Roman"/>
                          <a:ea typeface="微軟正黑體"/>
                        </a:rPr>
                        <a:t>X-2</a:t>
                      </a:r>
                      <a:r>
                        <a:rPr lang="zh-TW" sz="2000" b="1" u="none" strike="noStrike">
                          <a:solidFill>
                            <a:srgbClr val="FFFFFF"/>
                          </a:solidFill>
                          <a:effectLst/>
                          <a:uFillTx/>
                          <a:latin typeface="Times New Roman"/>
                          <a:ea typeface="微軟正黑體"/>
                        </a:rPr>
                        <a:t>年</a:t>
                      </a:r>
                      <a:endParaRPr lang="en-US" sz="2000" b="0" u="none" strike="noStrike">
                        <a:solidFill>
                          <a:srgbClr val="FFFFFF"/>
                        </a:solidFill>
                        <a:effectLst/>
                        <a:uFillTx/>
                        <a:latin typeface="Arial"/>
                      </a:endParaRPr>
                    </a:p>
                  </a:txBody>
                  <a:tcPr anchor="t" marL="91440" marR="91440" marT="45720" marB="45720">
                    <a:lnL w="25200">
                      <a:solidFill>
                        <a:srgbClr val="000000"/>
                      </a:solidFill>
                      <a:prstDash val="solid"/>
                    </a:lnL>
                    <a:lnR w="56880">
                      <a:solidFill>
                        <a:srgbClr val="000000"/>
                      </a:solidFill>
                      <a:prstDash val="solid"/>
                    </a:lnR>
                    <a:lnT w="25200">
                      <a:solidFill>
                        <a:srgbClr val="000000"/>
                      </a:solidFill>
                      <a:prstDash val="solid"/>
                    </a:lnT>
                    <a:lnB w="25200">
                      <a:solidFill>
                        <a:srgbClr val="000000"/>
                      </a:solidFill>
                      <a:prstDash val="solid"/>
                    </a:lnB>
                    <a:solidFill>
                      <a:srgbClr val="FF6600"/>
                    </a:solidFill>
                  </a:tcPr>
                </a:tc>
              </a:tr>
              <a:tr h="492120">
                <a:tc>
                  <a:txBody>
                    <a:bodyPr anchor="ctr">
                      <a:noAutofit/>
                    </a:bodyPr>
                    <a:p>
                      <a:endParaRPr lang="en-US" sz="1800" b="0" u="none" strike="noStrike">
                        <a:solidFill>
                          <a:srgbClr val="000000"/>
                        </a:solidFill>
                        <a:effectLst/>
                        <a:uFillTx/>
                        <a:latin typeface="Arial"/>
                      </a:endParaRPr>
                    </a:p>
                  </a:txBody>
                  <a:tcPr anchor="ctr" marL="91440" marR="91440" marT="45720" marB="45720">
                    <a:lnL w="5688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FFFFFF"/>
                    </a:solidFill>
                  </a:tcPr>
                </a:tc>
                <a:tc>
                  <a:txBody>
                    <a:bodyPr anchor="ctr">
                      <a:noAutofit/>
                    </a:bodyPr>
                    <a:p>
                      <a:endParaRPr lang="en-US" sz="1800" b="0" u="none" strike="noStrike">
                        <a:solidFill>
                          <a:srgbClr val="000000"/>
                        </a:solidFill>
                        <a:effectLst/>
                        <a:uFillTx/>
                        <a:latin typeface="Arial"/>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anchor="ctr">
                      <a:noAutofit/>
                    </a:bodyPr>
                    <a:p>
                      <a:endParaRPr lang="en-US" sz="1800" b="0" u="none" strike="noStrike">
                        <a:solidFill>
                          <a:srgbClr val="000000"/>
                        </a:solidFill>
                        <a:effectLst/>
                        <a:uFillTx/>
                        <a:latin typeface="Arial"/>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anchor="ctr">
                      <a:noAutofit/>
                    </a:bodyPr>
                    <a:p>
                      <a:endParaRPr lang="en-US" sz="1800" b="0" u="none" strike="noStrike">
                        <a:solidFill>
                          <a:srgbClr val="000000"/>
                        </a:solidFill>
                        <a:effectLst/>
                        <a:uFillTx/>
                        <a:latin typeface="Arial"/>
                      </a:endParaRPr>
                    </a:p>
                  </a:txBody>
                  <a:tcPr anchor="ctr" marL="91440" marR="91440" marT="45720" marB="45720">
                    <a:lnL w="25200">
                      <a:solidFill>
                        <a:srgbClr val="000000"/>
                      </a:solidFill>
                      <a:prstDash val="solid"/>
                    </a:lnL>
                    <a:lnR w="56880">
                      <a:solidFill>
                        <a:srgbClr val="000000"/>
                      </a:solidFill>
                      <a:prstDash val="solid"/>
                    </a:lnR>
                    <a:lnT w="25200">
                      <a:solidFill>
                        <a:srgbClr val="000000"/>
                      </a:solidFill>
                      <a:prstDash val="solid"/>
                    </a:lnT>
                    <a:lnB w="25200">
                      <a:solidFill>
                        <a:srgbClr val="000000"/>
                      </a:solidFill>
                      <a:prstDash val="solid"/>
                    </a:lnB>
                    <a:solidFill>
                      <a:srgbClr val="729FCF"/>
                    </a:solidFill>
                  </a:tcPr>
                </a:tc>
              </a:tr>
              <a:tr h="492120">
                <a:tc>
                  <a:txBody>
                    <a:bodyPr anchor="ctr">
                      <a:noAutofit/>
                    </a:bodyPr>
                    <a:p>
                      <a:endParaRPr lang="en-US" sz="1800" b="0" u="none" strike="noStrike">
                        <a:solidFill>
                          <a:srgbClr val="000000"/>
                        </a:solidFill>
                        <a:effectLst/>
                        <a:uFillTx/>
                        <a:latin typeface="Arial"/>
                      </a:endParaRPr>
                    </a:p>
                  </a:txBody>
                  <a:tcPr anchor="ctr" marL="91440" marR="91440" marT="45720" marB="45720">
                    <a:lnL w="5688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FFFFFF"/>
                    </a:solidFill>
                  </a:tcPr>
                </a:tc>
                <a:tc>
                  <a:txBody>
                    <a:bodyPr anchor="ctr">
                      <a:noAutofit/>
                    </a:bodyPr>
                    <a:p>
                      <a:endParaRPr lang="en-US" sz="1800" b="0" u="none" strike="noStrike">
                        <a:solidFill>
                          <a:srgbClr val="000000"/>
                        </a:solidFill>
                        <a:effectLst/>
                        <a:uFillTx/>
                        <a:latin typeface="Arial"/>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anchor="ctr">
                      <a:noAutofit/>
                    </a:bodyPr>
                    <a:p>
                      <a:endParaRPr lang="en-US" sz="1800" b="0" u="none" strike="noStrike">
                        <a:solidFill>
                          <a:srgbClr val="000000"/>
                        </a:solidFill>
                        <a:effectLst/>
                        <a:uFillTx/>
                        <a:latin typeface="Arial"/>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anchor="ctr">
                      <a:noAutofit/>
                    </a:bodyPr>
                    <a:p>
                      <a:endParaRPr lang="en-US" sz="1800" b="0" u="none" strike="noStrike">
                        <a:solidFill>
                          <a:srgbClr val="000000"/>
                        </a:solidFill>
                        <a:effectLst/>
                        <a:uFillTx/>
                        <a:latin typeface="Arial"/>
                      </a:endParaRPr>
                    </a:p>
                  </a:txBody>
                  <a:tcPr anchor="ctr" marL="91440" marR="91440" marT="45720" marB="45720">
                    <a:lnL w="25200">
                      <a:solidFill>
                        <a:srgbClr val="000000"/>
                      </a:solidFill>
                      <a:prstDash val="solid"/>
                    </a:lnL>
                    <a:lnR w="56880">
                      <a:solidFill>
                        <a:srgbClr val="000000"/>
                      </a:solidFill>
                      <a:prstDash val="solid"/>
                    </a:lnR>
                    <a:lnT w="25200">
                      <a:solidFill>
                        <a:srgbClr val="000000"/>
                      </a:solidFill>
                      <a:prstDash val="solid"/>
                    </a:lnT>
                    <a:lnB w="25200">
                      <a:solidFill>
                        <a:srgbClr val="000000"/>
                      </a:solidFill>
                      <a:prstDash val="solid"/>
                    </a:lnB>
                    <a:solidFill>
                      <a:srgbClr val="729FCF"/>
                    </a:solidFill>
                  </a:tcPr>
                </a:tc>
              </a:tr>
              <a:tr h="492120">
                <a:tc>
                  <a:txBody>
                    <a:bodyPr anchor="ctr">
                      <a:noAutofit/>
                    </a:bodyPr>
                    <a:p>
                      <a:endParaRPr lang="en-US" sz="1800" b="0" u="none" strike="noStrike">
                        <a:solidFill>
                          <a:srgbClr val="000000"/>
                        </a:solidFill>
                        <a:effectLst/>
                        <a:uFillTx/>
                        <a:latin typeface="Arial"/>
                      </a:endParaRPr>
                    </a:p>
                  </a:txBody>
                  <a:tcPr anchor="ctr" marL="91440" marR="91440" marT="45720" marB="45720">
                    <a:lnL w="5688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FFFFFF"/>
                    </a:solidFill>
                  </a:tcPr>
                </a:tc>
                <a:tc>
                  <a:txBody>
                    <a:bodyPr anchor="ctr">
                      <a:noAutofit/>
                    </a:bodyPr>
                    <a:p>
                      <a:endParaRPr lang="en-US" sz="1800" b="0" u="none" strike="noStrike">
                        <a:solidFill>
                          <a:srgbClr val="000000"/>
                        </a:solidFill>
                        <a:effectLst/>
                        <a:uFillTx/>
                        <a:latin typeface="Arial"/>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anchor="ctr">
                      <a:noAutofit/>
                    </a:bodyPr>
                    <a:p>
                      <a:endParaRPr lang="en-US" sz="1800" b="0" u="none" strike="noStrike">
                        <a:solidFill>
                          <a:srgbClr val="000000"/>
                        </a:solidFill>
                        <a:effectLst/>
                        <a:uFillTx/>
                        <a:latin typeface="Arial"/>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anchor="ctr">
                      <a:noAutofit/>
                    </a:bodyPr>
                    <a:p>
                      <a:endParaRPr lang="en-US" sz="1800" b="0" u="none" strike="noStrike">
                        <a:solidFill>
                          <a:srgbClr val="000000"/>
                        </a:solidFill>
                        <a:effectLst/>
                        <a:uFillTx/>
                        <a:latin typeface="Arial"/>
                      </a:endParaRPr>
                    </a:p>
                  </a:txBody>
                  <a:tcPr anchor="ctr" marL="91440" marR="91440" marT="45720" marB="45720">
                    <a:lnL w="25200">
                      <a:solidFill>
                        <a:srgbClr val="000000"/>
                      </a:solidFill>
                      <a:prstDash val="solid"/>
                    </a:lnL>
                    <a:lnR w="56880">
                      <a:solidFill>
                        <a:srgbClr val="000000"/>
                      </a:solidFill>
                      <a:prstDash val="solid"/>
                    </a:lnR>
                    <a:lnT w="25200">
                      <a:solidFill>
                        <a:srgbClr val="000000"/>
                      </a:solidFill>
                      <a:prstDash val="solid"/>
                    </a:lnT>
                    <a:lnB w="25200">
                      <a:solidFill>
                        <a:srgbClr val="000000"/>
                      </a:solidFill>
                      <a:prstDash val="solid"/>
                    </a:lnB>
                    <a:solidFill>
                      <a:srgbClr val="729FCF"/>
                    </a:solidFill>
                  </a:tcPr>
                </a:tc>
              </a:tr>
              <a:tr h="491760">
                <a:tc>
                  <a:txBody>
                    <a:bodyPr anchor="ctr">
                      <a:noAutofit/>
                    </a:bodyPr>
                    <a:p>
                      <a:pPr algn="ctr">
                        <a:lnSpc>
                          <a:spcPct val="100000"/>
                        </a:lnSpc>
                        <a:spcBef>
                          <a:spcPts val="499"/>
                        </a:spcBef>
                      </a:pPr>
                      <a:r>
                        <a:rPr lang="zh-TW" sz="2000" b="1" u="none" strike="noStrike">
                          <a:solidFill>
                            <a:srgbClr val="000000"/>
                          </a:solidFill>
                          <a:effectLst/>
                          <a:uFillTx/>
                          <a:latin typeface="微軟正黑體"/>
                          <a:ea typeface="微軟正黑體"/>
                        </a:rPr>
                        <a:t>合計</a:t>
                      </a:r>
                      <a:endParaRPr lang="en-US" sz="2000" b="0" u="none" strike="noStrike">
                        <a:solidFill>
                          <a:srgbClr val="000000"/>
                        </a:solidFill>
                        <a:effectLst/>
                        <a:uFillTx/>
                        <a:latin typeface="Arial"/>
                      </a:endParaRPr>
                    </a:p>
                  </a:txBody>
                  <a:tcPr anchor="ctr" marL="91440" marR="91440" marT="45720" marB="45720">
                    <a:lnL w="56880">
                      <a:solidFill>
                        <a:srgbClr val="000000"/>
                      </a:solidFill>
                      <a:prstDash val="solid"/>
                    </a:lnL>
                    <a:lnR w="25200">
                      <a:solidFill>
                        <a:srgbClr val="000000"/>
                      </a:solidFill>
                      <a:prstDash val="solid"/>
                    </a:lnR>
                    <a:lnT w="25200">
                      <a:solidFill>
                        <a:srgbClr val="000000"/>
                      </a:solidFill>
                      <a:prstDash val="solid"/>
                    </a:lnT>
                    <a:lnB w="56880">
                      <a:solidFill>
                        <a:srgbClr val="000000"/>
                      </a:solidFill>
                      <a:prstDash val="solid"/>
                    </a:lnB>
                    <a:solidFill>
                      <a:srgbClr val="FFFFFF"/>
                    </a:solidFill>
                  </a:tcPr>
                </a:tc>
                <a:tc>
                  <a:txBody>
                    <a:bodyPr anchor="ctr">
                      <a:noAutofit/>
                    </a:bodyPr>
                    <a:p>
                      <a:endParaRPr lang="en-US" sz="1800" b="0" u="none" strike="noStrike">
                        <a:solidFill>
                          <a:srgbClr val="000000"/>
                        </a:solidFill>
                        <a:effectLst/>
                        <a:uFillTx/>
                        <a:latin typeface="Arial"/>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56880">
                      <a:solidFill>
                        <a:srgbClr val="000000"/>
                      </a:solidFill>
                      <a:prstDash val="solid"/>
                    </a:lnB>
                    <a:solidFill>
                      <a:srgbClr val="729FCF"/>
                    </a:solidFill>
                  </a:tcPr>
                </a:tc>
                <a:tc>
                  <a:txBody>
                    <a:bodyPr anchor="ctr">
                      <a:noAutofit/>
                    </a:bodyPr>
                    <a:p>
                      <a:pPr algn="r">
                        <a:lnSpc>
                          <a:spcPct val="100000"/>
                        </a:lnSpc>
                        <a:spcBef>
                          <a:spcPts val="499"/>
                        </a:spcBef>
                      </a:pPr>
                      <a:r>
                        <a:rPr lang="en-US" sz="2000" b="0" u="none" strike="noStrike">
                          <a:solidFill>
                            <a:srgbClr val="000000"/>
                          </a:solidFill>
                          <a:effectLst/>
                          <a:uFillTx/>
                          <a:latin typeface="微軟正黑體"/>
                          <a:ea typeface="微軟正黑體"/>
                        </a:rPr>
                        <a:t> </a:t>
                      </a:r>
                      <a:endParaRPr lang="en-US" sz="2000" b="0" u="none" strike="noStrike">
                        <a:solidFill>
                          <a:srgbClr val="000000"/>
                        </a:solidFill>
                        <a:effectLst/>
                        <a:uFillTx/>
                        <a:latin typeface="Arial"/>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56880">
                      <a:solidFill>
                        <a:srgbClr val="000000"/>
                      </a:solidFill>
                      <a:prstDash val="solid"/>
                    </a:lnB>
                    <a:solidFill>
                      <a:srgbClr val="729FCF"/>
                    </a:solidFill>
                  </a:tcPr>
                </a:tc>
                <a:tc>
                  <a:txBody>
                    <a:bodyPr anchor="ctr">
                      <a:noAutofit/>
                    </a:bodyPr>
                    <a:p>
                      <a:endParaRPr lang="en-US" sz="1800" b="0" u="none" strike="noStrike">
                        <a:solidFill>
                          <a:srgbClr val="000000"/>
                        </a:solidFill>
                        <a:effectLst/>
                        <a:uFillTx/>
                        <a:latin typeface="Arial"/>
                      </a:endParaRPr>
                    </a:p>
                  </a:txBody>
                  <a:tcPr anchor="ctr" marL="91440" marR="91440" marT="45720" marB="45720">
                    <a:lnL w="25200">
                      <a:solidFill>
                        <a:srgbClr val="000000"/>
                      </a:solidFill>
                      <a:prstDash val="solid"/>
                    </a:lnL>
                    <a:lnR w="56880">
                      <a:solidFill>
                        <a:srgbClr val="000000"/>
                      </a:solidFill>
                      <a:prstDash val="solid"/>
                    </a:lnR>
                    <a:lnT w="25200">
                      <a:solidFill>
                        <a:srgbClr val="000000"/>
                      </a:solidFill>
                      <a:prstDash val="solid"/>
                    </a:lnT>
                    <a:lnB w="56880">
                      <a:solidFill>
                        <a:srgbClr val="000000"/>
                      </a:solidFill>
                      <a:prstDash val="solid"/>
                    </a:lnB>
                    <a:solidFill>
                      <a:srgbClr val="729FCF"/>
                    </a:solidFill>
                  </a:tcPr>
                </a:tc>
              </a:tr>
            </a:tbl>
          </a:graphicData>
        </a:graphic>
      </p:graphicFrame>
      <p:sp>
        <p:nvSpPr>
          <p:cNvPr id="84" name="投影片編號版面配置區 5"/>
          <p:cNvSpPr txBox="1"/>
          <p:nvPr/>
        </p:nvSpPr>
        <p:spPr>
          <a:xfrm>
            <a:off x="9448920" y="6500160"/>
            <a:ext cx="2743200" cy="365040"/>
          </a:xfrm>
          <a:prstGeom prst="rect">
            <a:avLst/>
          </a:prstGeom>
          <a:noFill/>
          <a:ln w="0">
            <a:noFill/>
          </a:ln>
        </p:spPr>
        <p:txBody>
          <a:bodyPr anchor="t">
            <a:noAutofit/>
          </a:bodyPr>
          <a:p>
            <a:pPr algn="r">
              <a:lnSpc>
                <a:spcPct val="100000"/>
              </a:lnSpc>
            </a:pPr>
            <a:fld id="{E2D1F351-60F3-4845-8544-F8197680CA01}" type="slidenum">
              <a:rPr lang="en-US" sz="1000" b="0" u="none" strike="noStrike">
                <a:solidFill>
                  <a:srgbClr val="000000"/>
                </a:solidFill>
                <a:effectLst/>
                <a:uFillTx/>
                <a:latin typeface="微軟正黑體"/>
                <a:ea typeface="微軟正黑體"/>
              </a:rPr>
              <a:t>5</a:t>
            </a:fld>
            <a:endParaRPr lang="en-US" sz="1000" b="0" u="none" strike="noStrike">
              <a:solidFill>
                <a:srgbClr val="000000"/>
              </a:solidFill>
              <a:effectLst/>
              <a:uFillTx/>
              <a:latin typeface="Arial"/>
            </a:endParaRPr>
          </a:p>
        </p:txBody>
      </p:sp>
      <p:sp>
        <p:nvSpPr>
          <p:cNvPr id="85" name="文字方塊 4"/>
          <p:cNvSpPr txBox="1"/>
          <p:nvPr/>
        </p:nvSpPr>
        <p:spPr>
          <a:xfrm>
            <a:off x="8912880" y="2086560"/>
            <a:ext cx="1800360" cy="369360"/>
          </a:xfrm>
          <a:prstGeom prst="rect">
            <a:avLst/>
          </a:prstGeom>
          <a:noFill/>
          <a:ln w="0">
            <a:noFill/>
          </a:ln>
        </p:spPr>
        <p:txBody>
          <a:bodyPr wrap="none" anchor="t">
            <a:spAutoFit/>
          </a:bodyPr>
          <a:p>
            <a:pPr>
              <a:lnSpc>
                <a:spcPct val="100000"/>
              </a:lnSpc>
            </a:pPr>
            <a:r>
              <a:rPr lang="zh-TW" sz="1800" b="1" u="none" strike="noStrike">
                <a:solidFill>
                  <a:srgbClr val="000000"/>
                </a:solidFill>
                <a:effectLst/>
                <a:uFillTx/>
                <a:latin typeface="微軟正黑體"/>
                <a:ea typeface="微軟正黑體"/>
              </a:rPr>
              <a:t>金額單位：仟元</a:t>
            </a:r>
            <a:endParaRPr lang="en-US" sz="1800" b="0" u="none" strike="noStrike">
              <a:solidFill>
                <a:srgbClr val="000000"/>
              </a:solidFill>
              <a:effectLst/>
              <a:uFillTx/>
              <a:latin typeface="Arial"/>
            </a:endParaRPr>
          </a:p>
        </p:txBody>
      </p:sp>
      <p:sp>
        <p:nvSpPr>
          <p:cNvPr id="86" name="Rectangle 3"/>
          <p:cNvSpPr txBox="1"/>
          <p:nvPr/>
        </p:nvSpPr>
        <p:spPr>
          <a:xfrm>
            <a:off x="659160" y="5599800"/>
            <a:ext cx="6175440" cy="572400"/>
          </a:xfrm>
          <a:prstGeom prst="rect">
            <a:avLst/>
          </a:prstGeom>
          <a:noFill/>
          <a:ln w="0">
            <a:noFill/>
          </a:ln>
        </p:spPr>
        <p:txBody>
          <a:bodyPr lIns="36000" rIns="36000" anchor="t">
            <a:noAutofit/>
          </a:bodyPr>
          <a:p>
            <a:pPr marL="822240">
              <a:lnSpc>
                <a:spcPct val="110000"/>
              </a:lnSpc>
              <a:spcBef>
                <a:spcPts val="400"/>
              </a:spcBef>
            </a:pPr>
            <a:r>
              <a:rPr lang="en-US" sz="1800" b="1" u="none" strike="noStrike">
                <a:solidFill>
                  <a:srgbClr val="000000"/>
                </a:solidFill>
                <a:effectLst/>
                <a:uFillTx/>
                <a:latin typeface="微軟正黑體"/>
                <a:ea typeface="微軟正黑體"/>
              </a:rPr>
              <a:t>*</a:t>
            </a:r>
            <a:r>
              <a:rPr lang="en-US" sz="1800" b="1" u="none" strike="noStrike">
                <a:solidFill>
                  <a:srgbClr val="000000"/>
                </a:solidFill>
                <a:effectLst/>
                <a:uFillTx/>
                <a:latin typeface="Times New Roman"/>
                <a:ea typeface="微軟正黑體"/>
              </a:rPr>
              <a:t>X</a:t>
            </a:r>
            <a:r>
              <a:rPr lang="zh-TW" sz="1800" b="1" u="none" strike="noStrike">
                <a:solidFill>
                  <a:srgbClr val="000000"/>
                </a:solidFill>
                <a:effectLst/>
                <a:uFillTx/>
                <a:latin typeface="微軟正黑體"/>
                <a:ea typeface="微軟正黑體"/>
              </a:rPr>
              <a:t>為申請當年</a:t>
            </a:r>
            <a:endParaRPr lang="en-US" sz="18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7" name="標題 1"/>
          <p:cNvSpPr txBox="1"/>
          <p:nvPr/>
        </p:nvSpPr>
        <p:spPr>
          <a:xfrm>
            <a:off x="921240" y="332640"/>
            <a:ext cx="8229600" cy="639000"/>
          </a:xfrm>
          <a:prstGeom prst="rect">
            <a:avLst/>
          </a:prstGeom>
          <a:noFill/>
          <a:ln w="0">
            <a:noFill/>
          </a:ln>
        </p:spPr>
        <p:txBody>
          <a:bodyPr anchor="t">
            <a:normAutofit/>
          </a:bodyPr>
          <a:p>
            <a:pPr>
              <a:lnSpc>
                <a:spcPct val="100000"/>
              </a:lnSpc>
            </a:pPr>
            <a:r>
              <a:rPr lang="en-US" sz="3200" b="1" u="none" strike="noStrike">
                <a:solidFill>
                  <a:srgbClr val="004D8B"/>
                </a:solidFill>
                <a:effectLst/>
                <a:uFillTx/>
                <a:latin typeface="微軟正黑體"/>
                <a:ea typeface="微軟正黑體"/>
              </a:rPr>
              <a:t>(</a:t>
            </a:r>
            <a:r>
              <a:rPr lang="zh-TW" sz="3200" b="1" u="none" strike="noStrike">
                <a:solidFill>
                  <a:srgbClr val="004D8B"/>
                </a:solidFill>
                <a:effectLst/>
                <a:uFillTx/>
                <a:latin typeface="微軟正黑體"/>
                <a:ea typeface="微軟正黑體"/>
              </a:rPr>
              <a:t>三</a:t>
            </a:r>
            <a:r>
              <a:rPr lang="en-US" sz="3200" b="1" u="none" strike="noStrike">
                <a:solidFill>
                  <a:srgbClr val="004D8B"/>
                </a:solidFill>
                <a:effectLst/>
                <a:uFillTx/>
                <a:latin typeface="微軟正黑體"/>
                <a:ea typeface="微軟正黑體"/>
              </a:rPr>
              <a:t>)</a:t>
            </a:r>
            <a:r>
              <a:rPr lang="zh-TW" sz="3200" b="1" u="none" strike="noStrike">
                <a:solidFill>
                  <a:srgbClr val="004D8B"/>
                </a:solidFill>
                <a:effectLst/>
                <a:uFillTx/>
                <a:latin typeface="微軟正黑體"/>
                <a:ea typeface="微軟正黑體"/>
              </a:rPr>
              <a:t>個人資料安全維護計畫</a:t>
            </a:r>
            <a:endParaRPr lang="en-US" sz="3200" b="0" u="none" strike="noStrike">
              <a:solidFill>
                <a:srgbClr val="000000"/>
              </a:solidFill>
              <a:effectLst/>
              <a:uFillTx/>
              <a:latin typeface="Arial"/>
            </a:endParaRPr>
          </a:p>
        </p:txBody>
      </p:sp>
      <p:sp>
        <p:nvSpPr>
          <p:cNvPr id="88" name="文字方塊 2"/>
          <p:cNvSpPr txBox="1"/>
          <p:nvPr/>
        </p:nvSpPr>
        <p:spPr>
          <a:xfrm>
            <a:off x="1645200" y="971640"/>
            <a:ext cx="9784800" cy="2052000"/>
          </a:xfrm>
          <a:prstGeom prst="rect">
            <a:avLst/>
          </a:prstGeom>
          <a:noFill/>
          <a:ln w="0">
            <a:noFill/>
          </a:ln>
        </p:spPr>
        <p:txBody>
          <a:bodyPr anchor="t">
            <a:spAutoFit/>
          </a:bodyPr>
          <a:p>
            <a:pPr algn="just">
              <a:lnSpc>
                <a:spcPct val="100000"/>
              </a:lnSpc>
              <a:spcBef>
                <a:spcPts val="400"/>
              </a:spcBef>
            </a:pPr>
            <a:r>
              <a:rPr lang="zh-TW" sz="2000" b="1" u="none" strike="noStrike">
                <a:solidFill>
                  <a:srgbClr val="7F7F7F"/>
                </a:solidFill>
                <a:effectLst/>
                <a:uFillTx/>
                <a:latin typeface="微軟正黑體"/>
                <a:ea typeface="微軟正黑體"/>
              </a:rPr>
              <a:t>請依《個人資料保護法》第</a:t>
            </a:r>
            <a:r>
              <a:rPr lang="en-US" sz="2000" b="1" u="none" strike="noStrike">
                <a:solidFill>
                  <a:srgbClr val="7F7F7F"/>
                </a:solidFill>
                <a:effectLst/>
                <a:uFillTx/>
                <a:latin typeface="微軟正黑體"/>
                <a:ea typeface="微軟正黑體"/>
              </a:rPr>
              <a:t>27</a:t>
            </a:r>
            <a:r>
              <a:rPr lang="zh-TW" sz="2000" b="1" u="none" strike="noStrike">
                <a:solidFill>
                  <a:srgbClr val="7F7F7F"/>
                </a:solidFill>
                <a:effectLst/>
                <a:uFillTx/>
                <a:latin typeface="微軟正黑體"/>
                <a:ea typeface="微軟正黑體"/>
              </a:rPr>
              <a:t>條及「數位經濟相關產業個人資料檔案安全維護管理辦法」訂定</a:t>
            </a:r>
            <a:r>
              <a:rPr lang="zh-TW" sz="2000" b="1" u="none" strike="noStrike">
                <a:solidFill>
                  <a:srgbClr val="FF0000"/>
                </a:solidFill>
                <a:effectLst/>
                <a:uFillTx/>
                <a:latin typeface="微軟正黑體"/>
                <a:ea typeface="微軟正黑體"/>
              </a:rPr>
              <a:t>個人資料安全維護計畫</a:t>
            </a:r>
            <a:r>
              <a:rPr lang="zh-TW" sz="2000" b="1" u="none" strike="noStrike">
                <a:solidFill>
                  <a:srgbClr val="7F7F7F"/>
                </a:solidFill>
                <a:effectLst/>
                <a:uFillTx/>
                <a:latin typeface="微軟正黑體"/>
                <a:ea typeface="微軟正黑體"/>
              </a:rPr>
              <a:t>，包含配置管理人員及相當資源、清查（盤點）及界定個人資料範圍、個人資料風險評估管理機制、事故之預防通報應變、個人資料蒐集、處理、利用內部管理程序、個人資料之安全維護措施、個人資料安全維護檢查與改善。</a:t>
            </a:r>
            <a:endParaRPr lang="en-US" sz="2000" b="0" u="none" strike="noStrike">
              <a:solidFill>
                <a:srgbClr val="000000"/>
              </a:solidFill>
              <a:effectLst/>
              <a:uFillTx/>
              <a:latin typeface="Arial"/>
            </a:endParaRPr>
          </a:p>
          <a:p>
            <a:pPr>
              <a:lnSpc>
                <a:spcPct val="100000"/>
              </a:lnSpc>
              <a:spcBef>
                <a:spcPts val="400"/>
              </a:spcBef>
            </a:pPr>
            <a:r>
              <a:rPr lang="zh-TW" sz="2000" b="1" u="none" strike="noStrike">
                <a:solidFill>
                  <a:srgbClr val="7F7F7F"/>
                </a:solidFill>
                <a:effectLst/>
                <a:uFillTx/>
                <a:latin typeface="微軟正黑體"/>
                <a:ea typeface="微軟正黑體"/>
              </a:rPr>
              <a:t>可參考資訊服務業個資安維計畫範本</a:t>
            </a:r>
            <a:r>
              <a:rPr lang="en-US" sz="2000" b="1" u="none" strike="noStrike">
                <a:solidFill>
                  <a:srgbClr val="7F7F7F"/>
                </a:solidFill>
                <a:effectLst/>
                <a:uFillTx/>
                <a:latin typeface="微軟正黑體"/>
                <a:ea typeface="微軟正黑體"/>
              </a:rPr>
              <a:t>https://stli.iii.org.tw/model.aspx?no=179</a:t>
            </a:r>
            <a:endParaRPr lang="en-US" sz="2000" b="0" u="none" strike="noStrike">
              <a:solidFill>
                <a:srgbClr val="000000"/>
              </a:solidFill>
              <a:effectLst/>
              <a:uFillTx/>
              <a:latin typeface="Arial"/>
            </a:endParaRPr>
          </a:p>
          <a:p>
            <a:pPr>
              <a:lnSpc>
                <a:spcPct val="100000"/>
              </a:lnSpc>
            </a:pPr>
            <a:endParaRPr lang="en-US" sz="2400" b="0" u="none" strike="noStrike">
              <a:solidFill>
                <a:srgbClr val="000000"/>
              </a:solidFill>
              <a:effectLst/>
              <a:uFillTx/>
              <a:latin typeface="Arial"/>
            </a:endParaRPr>
          </a:p>
        </p:txBody>
      </p:sp>
      <p:sp>
        <p:nvSpPr>
          <p:cNvPr id="89" name="投影片編號版面配置區 3"/>
          <p:cNvSpPr txBox="1"/>
          <p:nvPr/>
        </p:nvSpPr>
        <p:spPr>
          <a:xfrm>
            <a:off x="9448920" y="6500160"/>
            <a:ext cx="2743200" cy="365040"/>
          </a:xfrm>
          <a:prstGeom prst="rect">
            <a:avLst/>
          </a:prstGeom>
          <a:noFill/>
          <a:ln w="0">
            <a:noFill/>
          </a:ln>
        </p:spPr>
        <p:txBody>
          <a:bodyPr anchor="t">
            <a:noAutofit/>
          </a:bodyPr>
          <a:p>
            <a:pPr algn="r">
              <a:lnSpc>
                <a:spcPct val="100000"/>
              </a:lnSpc>
            </a:pPr>
            <a:fld id="{2E8CC325-60A4-4AA9-9064-E7EB1B5F9BD5}" type="slidenum">
              <a:rPr lang="en-US" sz="1000" b="0" u="none" strike="noStrike">
                <a:solidFill>
                  <a:srgbClr val="000000"/>
                </a:solidFill>
                <a:effectLst/>
                <a:uFillTx/>
                <a:latin typeface="微軟正黑體"/>
                <a:ea typeface="微軟正黑體"/>
              </a:rPr>
              <a:t>6</a:t>
            </a:fld>
            <a:endParaRPr lang="en-US" sz="10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0" name="標題 1"/>
          <p:cNvSpPr txBox="1"/>
          <p:nvPr/>
        </p:nvSpPr>
        <p:spPr>
          <a:xfrm>
            <a:off x="653760" y="337680"/>
            <a:ext cx="8229600" cy="1143000"/>
          </a:xfrm>
          <a:prstGeom prst="rect">
            <a:avLst/>
          </a:prstGeom>
          <a:noFill/>
          <a:ln w="0">
            <a:noFill/>
          </a:ln>
        </p:spPr>
        <p:txBody>
          <a:bodyPr anchor="t">
            <a:noAutofit/>
          </a:bodyPr>
          <a:p>
            <a:pPr>
              <a:lnSpc>
                <a:spcPct val="100000"/>
              </a:lnSpc>
            </a:pPr>
            <a:r>
              <a:rPr lang="en-US" sz="3200" b="1" u="none" strike="noStrike">
                <a:solidFill>
                  <a:srgbClr val="004D8B"/>
                </a:solidFill>
                <a:effectLst/>
                <a:uFillTx/>
                <a:latin typeface="微軟正黑體"/>
                <a:ea typeface="微軟正黑體"/>
              </a:rPr>
              <a:t>(</a:t>
            </a:r>
            <a:r>
              <a:rPr lang="zh-TW" sz="3200" b="1" u="none" strike="noStrike">
                <a:solidFill>
                  <a:srgbClr val="004D8B"/>
                </a:solidFill>
                <a:effectLst/>
                <a:uFillTx/>
                <a:latin typeface="微軟正黑體"/>
                <a:ea typeface="微軟正黑體"/>
              </a:rPr>
              <a:t>四</a:t>
            </a:r>
            <a:r>
              <a:rPr lang="en-US" sz="3200" b="1" u="none" strike="noStrike">
                <a:solidFill>
                  <a:srgbClr val="004D8B"/>
                </a:solidFill>
                <a:effectLst/>
                <a:uFillTx/>
                <a:latin typeface="微軟正黑體"/>
                <a:ea typeface="微軟正黑體"/>
              </a:rPr>
              <a:t>)</a:t>
            </a:r>
            <a:r>
              <a:rPr lang="zh-TW" sz="3200" b="1" u="none" strike="noStrike">
                <a:solidFill>
                  <a:srgbClr val="004D8B"/>
                </a:solidFill>
                <a:effectLst/>
                <a:uFillTx/>
                <a:latin typeface="微軟正黑體"/>
                <a:ea typeface="微軟正黑體"/>
              </a:rPr>
              <a:t>營造友善職場環境</a:t>
            </a:r>
            <a:endParaRPr lang="en-US" sz="3200" b="0" u="none" strike="noStrike">
              <a:solidFill>
                <a:srgbClr val="000000"/>
              </a:solidFill>
              <a:effectLst/>
              <a:uFillTx/>
              <a:latin typeface="Arial"/>
            </a:endParaRPr>
          </a:p>
        </p:txBody>
      </p:sp>
      <p:sp>
        <p:nvSpPr>
          <p:cNvPr id="91" name="投影片編號版面配置區 3"/>
          <p:cNvSpPr txBox="1"/>
          <p:nvPr/>
        </p:nvSpPr>
        <p:spPr>
          <a:xfrm>
            <a:off x="9448920" y="6500160"/>
            <a:ext cx="2743200" cy="365040"/>
          </a:xfrm>
          <a:prstGeom prst="rect">
            <a:avLst/>
          </a:prstGeom>
          <a:noFill/>
          <a:ln w="0">
            <a:noFill/>
          </a:ln>
        </p:spPr>
        <p:txBody>
          <a:bodyPr anchor="t">
            <a:noAutofit/>
          </a:bodyPr>
          <a:p>
            <a:pPr algn="r">
              <a:lnSpc>
                <a:spcPct val="100000"/>
              </a:lnSpc>
            </a:pPr>
            <a:fld id="{C88B5DAA-FC60-4E6A-9023-A4D9B33CC4A0}" type="slidenum">
              <a:rPr lang="en-US" sz="1000" b="0" u="none" strike="noStrike">
                <a:solidFill>
                  <a:srgbClr val="000000"/>
                </a:solidFill>
                <a:effectLst/>
                <a:uFillTx/>
                <a:latin typeface="微軟正黑體"/>
                <a:ea typeface="微軟正黑體"/>
              </a:rPr>
              <a:t>6</a:t>
            </a:fld>
            <a:endParaRPr lang="en-US" sz="1000" b="0" u="none" strike="noStrike">
              <a:solidFill>
                <a:srgbClr val="000000"/>
              </a:solidFill>
              <a:effectLst/>
              <a:uFillTx/>
              <a:latin typeface="Arial"/>
            </a:endParaRPr>
          </a:p>
        </p:txBody>
      </p:sp>
      <p:sp>
        <p:nvSpPr>
          <p:cNvPr id="92" name="Rectangle 3"/>
          <p:cNvSpPr txBox="1"/>
          <p:nvPr/>
        </p:nvSpPr>
        <p:spPr>
          <a:xfrm>
            <a:off x="386640" y="1022040"/>
            <a:ext cx="8496720" cy="1801080"/>
          </a:xfrm>
          <a:prstGeom prst="rect">
            <a:avLst/>
          </a:prstGeom>
          <a:noFill/>
          <a:ln w="0">
            <a:noFill/>
          </a:ln>
        </p:spPr>
        <p:txBody>
          <a:bodyPr lIns="36000" rIns="36000" anchor="t">
            <a:noAutofit/>
          </a:bodyPr>
          <a:p>
            <a:pPr marL="822240">
              <a:lnSpc>
                <a:spcPct val="100000"/>
              </a:lnSpc>
              <a:spcBef>
                <a:spcPts val="400"/>
              </a:spcBef>
            </a:pPr>
            <a:r>
              <a:rPr lang="en-US" sz="2000" b="1" u="none" strike="noStrike">
                <a:solidFill>
                  <a:srgbClr val="7F7F7F"/>
                </a:solidFill>
                <a:effectLst/>
                <a:uFillTx/>
                <a:latin typeface="Times New Roman"/>
                <a:ea typeface="微軟正黑體"/>
              </a:rPr>
              <a:t>1.   </a:t>
            </a:r>
            <a:r>
              <a:rPr lang="zh-TW" sz="2000" b="1" u="none" strike="noStrike">
                <a:solidFill>
                  <a:srgbClr val="7F7F7F"/>
                </a:solidFill>
                <a:effectLst/>
                <a:uFillTx/>
                <a:latin typeface="Times New Roman"/>
                <a:ea typeface="微軟正黑體"/>
              </a:rPr>
              <a:t>性別平權政策及友善家庭之職場環境措施</a:t>
            </a:r>
            <a:endParaRPr lang="en-US" sz="2000" b="0" u="none" strike="noStrike">
              <a:solidFill>
                <a:srgbClr val="000000"/>
              </a:solidFill>
              <a:effectLst/>
              <a:uFillTx/>
              <a:latin typeface="Arial"/>
            </a:endParaRPr>
          </a:p>
          <a:p>
            <a:pPr marL="822240">
              <a:lnSpc>
                <a:spcPct val="100000"/>
              </a:lnSpc>
              <a:spcBef>
                <a:spcPts val="400"/>
              </a:spcBef>
            </a:pPr>
            <a:r>
              <a:rPr lang="en-US" sz="2000" b="1" u="none" strike="noStrike">
                <a:solidFill>
                  <a:srgbClr val="7F7F7F"/>
                </a:solidFill>
                <a:effectLst/>
                <a:uFillTx/>
                <a:latin typeface="Times New Roman"/>
                <a:ea typeface="微軟正黑體"/>
              </a:rPr>
              <a:t>2.   </a:t>
            </a:r>
            <a:r>
              <a:rPr lang="zh-TW" sz="2000" b="1" u="none" strike="noStrike">
                <a:solidFill>
                  <a:srgbClr val="7F7F7F"/>
                </a:solidFill>
                <a:effectLst/>
                <a:uFillTx/>
                <a:latin typeface="Times New Roman"/>
                <a:ea typeface="微軟正黑體"/>
              </a:rPr>
              <a:t>延攬國外數位人才規劃或具體作法</a:t>
            </a:r>
            <a:endParaRPr lang="en-US" sz="2000" b="0" u="none" strike="noStrike">
              <a:solidFill>
                <a:srgbClr val="000000"/>
              </a:solidFill>
              <a:effectLst/>
              <a:uFillTx/>
              <a:latin typeface="Arial"/>
            </a:endParaRPr>
          </a:p>
          <a:p>
            <a:pPr marL="822240">
              <a:lnSpc>
                <a:spcPct val="100000"/>
              </a:lnSpc>
              <a:spcBef>
                <a:spcPts val="400"/>
              </a:spcBef>
            </a:pPr>
            <a:r>
              <a:rPr lang="en-US" sz="2000" b="1" u="none" strike="noStrike">
                <a:solidFill>
                  <a:srgbClr val="7F7F7F"/>
                </a:solidFill>
                <a:effectLst/>
                <a:uFillTx/>
                <a:latin typeface="Times New Roman"/>
                <a:ea typeface="微軟正黑體"/>
              </a:rPr>
              <a:t>3.   </a:t>
            </a:r>
            <a:r>
              <a:rPr lang="zh-TW" sz="2000" b="1" u="none" strike="noStrike">
                <a:solidFill>
                  <a:srgbClr val="7F7F7F"/>
                </a:solidFill>
                <a:effectLst/>
                <a:uFillTx/>
                <a:latin typeface="Times New Roman"/>
                <a:ea typeface="微軟正黑體"/>
              </a:rPr>
              <a:t>企業加薪</a:t>
            </a:r>
            <a:r>
              <a:rPr lang="en-US" sz="2000" b="1" u="none" strike="noStrike">
                <a:solidFill>
                  <a:srgbClr val="7F7F7F"/>
                </a:solidFill>
                <a:effectLst/>
                <a:uFillTx/>
                <a:latin typeface="Times New Roman"/>
                <a:ea typeface="微軟正黑體"/>
              </a:rPr>
              <a:t>/</a:t>
            </a:r>
            <a:r>
              <a:rPr lang="zh-TW" sz="2000" b="1" u="none" strike="noStrike">
                <a:solidFill>
                  <a:srgbClr val="7F7F7F"/>
                </a:solidFill>
                <a:effectLst/>
                <a:uFillTx/>
                <a:latin typeface="Times New Roman"/>
                <a:ea typeface="微軟正黑體"/>
              </a:rPr>
              <a:t>留才或建立專業認同獎勵具體作法</a:t>
            </a:r>
            <a:endParaRPr lang="en-US" sz="2000" b="0" u="none" strike="noStrike">
              <a:solidFill>
                <a:srgbClr val="000000"/>
              </a:solidFill>
              <a:effectLst/>
              <a:uFillTx/>
              <a:latin typeface="Arial"/>
            </a:endParaRPr>
          </a:p>
          <a:p>
            <a:pPr marL="822240">
              <a:lnSpc>
                <a:spcPct val="110000"/>
              </a:lnSpc>
              <a:spcBef>
                <a:spcPts val="400"/>
              </a:spcBef>
            </a:pPr>
            <a:endParaRPr lang="en-US" sz="24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3" name="投影片編號版面配置區 3"/>
          <p:cNvSpPr txBox="1"/>
          <p:nvPr/>
        </p:nvSpPr>
        <p:spPr>
          <a:xfrm>
            <a:off x="9448920" y="6500160"/>
            <a:ext cx="2743200" cy="365040"/>
          </a:xfrm>
          <a:prstGeom prst="rect">
            <a:avLst/>
          </a:prstGeom>
          <a:noFill/>
          <a:ln w="0">
            <a:noFill/>
          </a:ln>
        </p:spPr>
        <p:txBody>
          <a:bodyPr anchor="t">
            <a:noAutofit/>
          </a:bodyPr>
          <a:p>
            <a:pPr algn="r">
              <a:lnSpc>
                <a:spcPct val="100000"/>
              </a:lnSpc>
            </a:pPr>
            <a:fld id="{AEC77CC2-2F44-4D48-BD55-559535B319E3}" type="slidenum">
              <a:rPr lang="en-US" sz="1000" b="0" u="none" strike="noStrike">
                <a:solidFill>
                  <a:srgbClr val="000000"/>
                </a:solidFill>
                <a:effectLst/>
                <a:uFillTx/>
                <a:latin typeface="微軟正黑體"/>
                <a:ea typeface="微軟正黑體"/>
              </a:rPr>
              <a:t>6</a:t>
            </a:fld>
            <a:endParaRPr lang="en-US" sz="1000" b="0" u="none" strike="noStrike">
              <a:solidFill>
                <a:srgbClr val="000000"/>
              </a:solidFill>
              <a:effectLst/>
              <a:uFillTx/>
              <a:latin typeface="Arial"/>
            </a:endParaRPr>
          </a:p>
        </p:txBody>
      </p:sp>
      <p:graphicFrame>
        <p:nvGraphicFramePr>
          <p:cNvPr id="94" name="表格 8"/>
          <p:cNvGraphicFramePr/>
          <p:nvPr/>
        </p:nvGraphicFramePr>
        <p:xfrm>
          <a:off x="531000" y="858960"/>
          <a:ext cx="11249640" cy="3520080"/>
        </p:xfrm>
        <a:graphic>
          <a:graphicData uri="http://schemas.openxmlformats.org/drawingml/2006/table">
            <a:tbl>
              <a:tblPr/>
              <a:tblGrid>
                <a:gridCol w="928800"/>
                <a:gridCol w="2478240"/>
                <a:gridCol w="1091520"/>
                <a:gridCol w="1464840"/>
                <a:gridCol w="1533960"/>
                <a:gridCol w="3752280"/>
              </a:tblGrid>
              <a:tr h="361440">
                <a:tc rowSpan="2">
                  <a:txBody>
                    <a:bodyPr anchor="ctr">
                      <a:noAutofit/>
                    </a:bodyPr>
                    <a:p>
                      <a:pPr algn="ctr">
                        <a:lnSpc>
                          <a:spcPct val="100000"/>
                        </a:lnSpc>
                      </a:pPr>
                      <a:r>
                        <a:rPr lang="zh-TW" sz="1600" b="1" u="none" strike="noStrike">
                          <a:solidFill>
                            <a:srgbClr val="FFFFFF"/>
                          </a:solidFill>
                          <a:effectLst/>
                          <a:uFillTx/>
                          <a:latin typeface="微軟正黑體"/>
                          <a:ea typeface="微軟正黑體"/>
                        </a:rPr>
                        <a:t>計畫</a:t>
                      </a:r>
                      <a:endParaRPr lang="en-US" sz="1600" b="1" u="none" strike="noStrike">
                        <a:solidFill>
                          <a:srgbClr val="FFFFFF"/>
                        </a:solidFill>
                        <a:effectLst/>
                        <a:uFillTx/>
                        <a:latin typeface="+mn-lt"/>
                      </a:endParaRPr>
                    </a:p>
                    <a:p>
                      <a:pPr algn="ctr">
                        <a:lnSpc>
                          <a:spcPct val="100000"/>
                        </a:lnSpc>
                      </a:pPr>
                      <a:r>
                        <a:rPr lang="zh-TW" sz="1600" b="1" u="none" strike="noStrike">
                          <a:solidFill>
                            <a:srgbClr val="FFFFFF"/>
                          </a:solidFill>
                          <a:effectLst/>
                          <a:uFillTx/>
                          <a:latin typeface="微軟正黑體"/>
                          <a:ea typeface="微軟正黑體"/>
                        </a:rPr>
                        <a:t>類別</a:t>
                      </a:r>
                      <a:endParaRPr lang="en-US" sz="1600" b="1" u="none" strike="noStrike">
                        <a:solidFill>
                          <a:srgbClr val="FFFFFF"/>
                        </a:solidFill>
                        <a:effectLst/>
                        <a:uFillTx/>
                        <a:latin typeface="+mn-lt"/>
                      </a:endParaRPr>
                    </a:p>
                    <a:p>
                      <a:pPr marL="216000" indent="-216000" algn="ctr">
                        <a:buClr>
                          <a:srgbClr val="000000"/>
                        </a:buClr>
                        <a:buSzPct val="45000"/>
                        <a:buFont typeface="Wingdings" charset="2"/>
                        <a:buChar char=""/>
                      </a:pPr>
                      <a:r>
                        <a:rPr lang="en-US" sz="1600" b="1" u="none" strike="noStrike">
                          <a:solidFill>
                            <a:srgbClr val="FFFFFF"/>
                          </a:solidFill>
                          <a:effectLst/>
                          <a:uFillTx/>
                          <a:latin typeface="微軟正黑體"/>
                          <a:ea typeface="微軟正黑體"/>
                        </a:rPr>
                        <a:t>(A.B.C)</a:t>
                      </a:r>
                      <a:endParaRPr lang="en-US" sz="1600" b="1" u="none" strike="noStrike">
                        <a:solidFill>
                          <a:srgbClr val="FFFFFF"/>
                        </a:solidFill>
                        <a:effectLst/>
                        <a:uFillTx/>
                        <a:latin typeface="+mn-lt"/>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DB9E44"/>
                    </a:solidFill>
                  </a:tcPr>
                </a:tc>
                <a:tc rowSpan="2">
                  <a:txBody>
                    <a:bodyPr anchor="ctr">
                      <a:noAutofit/>
                    </a:bodyPr>
                    <a:p>
                      <a:pPr algn="ctr">
                        <a:lnSpc>
                          <a:spcPct val="100000"/>
                        </a:lnSpc>
                      </a:pPr>
                      <a:r>
                        <a:rPr lang="zh-TW" sz="1600" b="1" u="none" strike="noStrike">
                          <a:solidFill>
                            <a:srgbClr val="FFFFFF"/>
                          </a:solidFill>
                          <a:effectLst/>
                          <a:uFillTx/>
                          <a:latin typeface="微軟正黑體"/>
                          <a:ea typeface="微軟正黑體"/>
                        </a:rPr>
                        <a:t>計畫名稱</a:t>
                      </a:r>
                      <a:endParaRPr lang="en-US" sz="1600" b="1" u="none" strike="noStrike">
                        <a:solidFill>
                          <a:srgbClr val="FFFFFF"/>
                        </a:solidFill>
                        <a:effectLst/>
                        <a:uFillTx/>
                        <a:latin typeface="+mn-lt"/>
                      </a:endParaRPr>
                    </a:p>
                    <a:p>
                      <a:pPr marL="216000" indent="-216000" algn="ctr">
                        <a:buClr>
                          <a:srgbClr val="000000"/>
                        </a:buClr>
                        <a:buSzPct val="45000"/>
                        <a:buFont typeface="Wingdings" charset="2"/>
                        <a:buChar char=""/>
                      </a:pPr>
                      <a:r>
                        <a:rPr lang="en-US" sz="1600" b="1" u="none" strike="noStrike">
                          <a:solidFill>
                            <a:srgbClr val="FFFFFF"/>
                          </a:solidFill>
                          <a:effectLst/>
                          <a:uFillTx/>
                          <a:latin typeface="微軟正黑體"/>
                          <a:ea typeface="微軟正黑體"/>
                        </a:rPr>
                        <a:t> </a:t>
                      </a:r>
                      <a:endParaRPr lang="en-US" sz="1600" b="1" u="none" strike="noStrike">
                        <a:solidFill>
                          <a:srgbClr val="FFFFFF"/>
                        </a:solidFill>
                        <a:effectLst/>
                        <a:uFillTx/>
                        <a:latin typeface="+mn-lt"/>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DB9E44"/>
                    </a:solidFill>
                  </a:tcPr>
                </a:tc>
                <a:tc rowSpan="2">
                  <a:txBody>
                    <a:bodyPr anchor="ctr">
                      <a:noAutofit/>
                    </a:bodyPr>
                    <a:p>
                      <a:pPr marL="216000" indent="-216000" algn="ctr">
                        <a:buClr>
                          <a:srgbClr val="000000"/>
                        </a:buClr>
                        <a:buSzPct val="45000"/>
                        <a:buFont typeface="Wingdings" charset="2"/>
                        <a:buChar char=""/>
                      </a:pPr>
                      <a:r>
                        <a:rPr lang="zh-TW" sz="1600" b="1" u="none" strike="noStrike">
                          <a:solidFill>
                            <a:srgbClr val="FFFFFF"/>
                          </a:solidFill>
                          <a:effectLst/>
                          <a:uFillTx/>
                          <a:latin typeface="微軟正黑體"/>
                          <a:ea typeface="微軟正黑體"/>
                        </a:rPr>
                        <a:t>核定日期</a:t>
                      </a:r>
                      <a:endParaRPr lang="en-US" sz="1600" b="1" u="none" strike="noStrike">
                        <a:solidFill>
                          <a:srgbClr val="FFFFFF"/>
                        </a:solidFill>
                        <a:effectLst/>
                        <a:uFillTx/>
                        <a:latin typeface="+mn-lt"/>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DB9E44"/>
                    </a:solidFill>
                  </a:tcPr>
                </a:tc>
                <a:tc gridSpan="2">
                  <a:txBody>
                    <a:bodyPr anchor="ctr">
                      <a:noAutofit/>
                    </a:bodyPr>
                    <a:p>
                      <a:pPr marL="216000" indent="-216000" algn="ctr">
                        <a:buClr>
                          <a:srgbClr val="000000"/>
                        </a:buClr>
                        <a:buSzPct val="45000"/>
                        <a:buFont typeface="Wingdings" charset="2"/>
                        <a:buChar char=""/>
                      </a:pPr>
                      <a:r>
                        <a:rPr lang="zh-TW" sz="1600" b="1" u="none" strike="noStrike">
                          <a:solidFill>
                            <a:srgbClr val="FFFFFF"/>
                          </a:solidFill>
                          <a:effectLst/>
                          <a:uFillTx/>
                          <a:latin typeface="微軟正黑體"/>
                          <a:ea typeface="微軟正黑體"/>
                        </a:rPr>
                        <a:t>核定計畫經費</a:t>
                      </a:r>
                      <a:r>
                        <a:rPr lang="en-US" sz="1600" b="1" u="none" strike="noStrike">
                          <a:solidFill>
                            <a:srgbClr val="FFFFFF"/>
                          </a:solidFill>
                          <a:effectLst/>
                          <a:uFillTx/>
                          <a:latin typeface="微軟正黑體"/>
                          <a:ea typeface="微軟正黑體"/>
                        </a:rPr>
                        <a:t>(</a:t>
                      </a:r>
                      <a:r>
                        <a:rPr lang="zh-TW" sz="1600" b="1" u="none" strike="noStrike">
                          <a:solidFill>
                            <a:srgbClr val="FFFFFF"/>
                          </a:solidFill>
                          <a:effectLst/>
                          <a:uFillTx/>
                          <a:latin typeface="微軟正黑體"/>
                          <a:ea typeface="微軟正黑體"/>
                        </a:rPr>
                        <a:t>千元</a:t>
                      </a:r>
                      <a:r>
                        <a:rPr lang="en-US" sz="1600" b="1" u="none" strike="noStrike">
                          <a:solidFill>
                            <a:srgbClr val="FFFFFF"/>
                          </a:solidFill>
                          <a:effectLst/>
                          <a:uFillTx/>
                          <a:latin typeface="微軟正黑體"/>
                          <a:ea typeface="微軟正黑體"/>
                        </a:rPr>
                        <a:t>)</a:t>
                      </a:r>
                      <a:endParaRPr lang="en-US" sz="1600" b="1" u="none" strike="noStrike">
                        <a:solidFill>
                          <a:srgbClr val="FFFFFF"/>
                        </a:solidFill>
                        <a:effectLst/>
                        <a:uFillTx/>
                        <a:latin typeface="+mn-lt"/>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DB9E44"/>
                    </a:solidFill>
                  </a:tcPr>
                </a:tc>
                <a:tc hMerge="1">
                  <a:txBody>
                    <a:bodyPr lIns="0" tIns="0" rIns="0" bIns="0" anchor="t">
                      <a:noAutofit/>
                    </a:bodyPr>
                    <a:p>
                      <a:endParaRPr lang="en-US" sz="2400" b="1" u="none" strike="noStrike">
                        <a:solidFill>
                          <a:srgbClr val="FFFFFF"/>
                        </a:solidFill>
                        <a:effectLst/>
                        <a:uFillTx/>
                        <a:latin typeface="+mn-lt"/>
                      </a:endParaRPr>
                    </a:p>
                  </a:txBody>
                  <a:tcPr anchor="t" marL="0" marR="0" marT="0" marB="0">
                    <a:lnL>
                      <a:noFill/>
                    </a:lnL>
                    <a:lnR>
                      <a:noFill/>
                    </a:lnR>
                    <a:lnT>
                      <a:noFill/>
                    </a:lnT>
                    <a:lnB w="76320">
                      <a:solidFill>
                        <a:srgbClr val="FFFFFF"/>
                      </a:solidFill>
                      <a:prstDash val="solid"/>
                    </a:lnB>
                    <a:solidFill>
                      <a:srgbClr val="DB9E44"/>
                    </a:solidFill>
                  </a:tcPr>
                </a:tc>
                <a:tc rowSpan="2">
                  <a:txBody>
                    <a:bodyPr anchor="ctr">
                      <a:noAutofit/>
                    </a:bodyPr>
                    <a:p>
                      <a:pPr marL="216000" indent="-216000" algn="ctr">
                        <a:buClr>
                          <a:srgbClr val="000000"/>
                        </a:buClr>
                        <a:buSzPct val="45000"/>
                        <a:buFont typeface="Wingdings" charset="2"/>
                        <a:buChar char=""/>
                      </a:pPr>
                      <a:r>
                        <a:rPr lang="zh-TW" sz="1600" b="1" u="none" strike="noStrike">
                          <a:solidFill>
                            <a:srgbClr val="FFFFFF"/>
                          </a:solidFill>
                          <a:effectLst/>
                          <a:uFillTx/>
                          <a:latin typeface="微軟正黑體"/>
                          <a:ea typeface="微軟正黑體"/>
                        </a:rPr>
                        <a:t>執行效益</a:t>
                      </a:r>
                      <a:endParaRPr lang="en-US" sz="1600" b="1" u="none" strike="noStrike">
                        <a:solidFill>
                          <a:srgbClr val="FFFFFF"/>
                        </a:solidFill>
                        <a:effectLst/>
                        <a:uFillTx/>
                        <a:latin typeface="+mn-lt"/>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DB9E44"/>
                    </a:solidFill>
                  </a:tcPr>
                </a:tc>
              </a:tr>
              <a:tr h="1170360">
                <a:tc vMerge="1">
                  <a:txBody>
                    <a:bodyPr lIns="0" tIns="0" rIns="0" bIns="0" anchor="t">
                      <a:noAutofit/>
                    </a:bodyPr>
                    <a:p>
                      <a:endParaRPr lang="en-US" sz="2400" b="0" u="none" strike="noStrike">
                        <a:solidFill>
                          <a:srgbClr val="000000"/>
                        </a:solidFill>
                        <a:effectLst/>
                        <a:uFillTx/>
                        <a:latin typeface="Times New Roman"/>
                      </a:endParaRPr>
                    </a:p>
                  </a:txBody>
                  <a:tcPr anchor="t" marL="0" marR="0" marT="0" marB="0">
                    <a:lnL>
                      <a:noFill/>
                    </a:lnL>
                    <a:lnR>
                      <a:noFill/>
                    </a:lnR>
                    <a:lnT>
                      <a:noFill/>
                    </a:lnT>
                    <a:lnB>
                      <a:noFill/>
                    </a:lnB>
                    <a:solidFill>
                      <a:srgbClr val="F1DFCF"/>
                    </a:solidFill>
                  </a:tcPr>
                </a:tc>
                <a:tc vMerge="1">
                  <a:txBody>
                    <a:bodyPr lIns="0" tIns="0" rIns="0" bIns="0" anchor="t">
                      <a:noAutofit/>
                    </a:bodyPr>
                    <a:p>
                      <a:endParaRPr lang="en-US" sz="2400" b="0" u="none" strike="noStrike">
                        <a:solidFill>
                          <a:srgbClr val="000000"/>
                        </a:solidFill>
                        <a:effectLst/>
                        <a:uFillTx/>
                        <a:latin typeface="Times New Roman"/>
                      </a:endParaRPr>
                    </a:p>
                  </a:txBody>
                  <a:tcPr anchor="t" marL="0" marR="0" marT="0" marB="0">
                    <a:lnL>
                      <a:noFill/>
                    </a:lnL>
                    <a:lnR>
                      <a:noFill/>
                    </a:lnR>
                    <a:lnT>
                      <a:noFill/>
                    </a:lnT>
                    <a:lnB>
                      <a:noFill/>
                    </a:lnB>
                    <a:solidFill>
                      <a:srgbClr val="F1DFCF"/>
                    </a:solidFill>
                  </a:tcPr>
                </a:tc>
                <a:tc vMerge="1">
                  <a:txBody>
                    <a:bodyPr lIns="0" tIns="0" rIns="0" bIns="0" anchor="t">
                      <a:noAutofit/>
                    </a:bodyPr>
                    <a:p>
                      <a:endParaRPr lang="en-US" sz="2400" b="0" u="none" strike="noStrike">
                        <a:solidFill>
                          <a:srgbClr val="000000"/>
                        </a:solidFill>
                        <a:effectLst/>
                        <a:uFillTx/>
                        <a:latin typeface="Times New Roman"/>
                      </a:endParaRPr>
                    </a:p>
                  </a:txBody>
                  <a:tcPr anchor="t" marL="0" marR="0" marT="0" marB="0">
                    <a:lnL>
                      <a:noFill/>
                    </a:lnL>
                    <a:lnR>
                      <a:noFill/>
                    </a:lnR>
                    <a:lnT>
                      <a:noFill/>
                    </a:lnT>
                    <a:lnB>
                      <a:noFill/>
                    </a:lnB>
                    <a:solidFill>
                      <a:srgbClr val="F1DFCF"/>
                    </a:solidFill>
                  </a:tcPr>
                </a:tc>
                <a:tc>
                  <a:txBody>
                    <a:bodyPr anchor="ctr">
                      <a:noAutofit/>
                    </a:bodyPr>
                    <a:p>
                      <a:pPr algn="ctr">
                        <a:lnSpc>
                          <a:spcPct val="100000"/>
                        </a:lnSpc>
                      </a:pPr>
                      <a:r>
                        <a:rPr lang="zh-TW" sz="1600" b="0" u="none" strike="noStrike">
                          <a:solidFill>
                            <a:srgbClr val="000000"/>
                          </a:solidFill>
                          <a:effectLst/>
                          <a:uFillTx/>
                          <a:latin typeface="微軟正黑體"/>
                          <a:ea typeface="微軟正黑體"/>
                        </a:rPr>
                        <a:t>計畫總經費</a:t>
                      </a:r>
                      <a:endParaRPr lang="en-US" sz="1600" b="0" u="none" strike="noStrike">
                        <a:solidFill>
                          <a:srgbClr val="000000"/>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F1DFCF"/>
                    </a:solidFill>
                  </a:tcPr>
                </a:tc>
                <a:tc>
                  <a:txBody>
                    <a:bodyPr anchor="ctr">
                      <a:noAutofit/>
                    </a:bodyPr>
                    <a:p>
                      <a:pPr marL="216000" indent="-216000" algn="ctr">
                        <a:buClr>
                          <a:srgbClr val="000000"/>
                        </a:buClr>
                        <a:buSzPct val="45000"/>
                        <a:buFont typeface="Wingdings" charset="2"/>
                        <a:buChar char=""/>
                      </a:pPr>
                      <a:r>
                        <a:rPr lang="zh-TW" sz="1600" b="0" u="none" strike="noStrike">
                          <a:solidFill>
                            <a:srgbClr val="000000"/>
                          </a:solidFill>
                          <a:effectLst/>
                          <a:uFillTx/>
                          <a:latin typeface="微軟正黑體"/>
                          <a:ea typeface="微軟正黑體"/>
                        </a:rPr>
                        <a:t>政府補助款</a:t>
                      </a:r>
                      <a:endParaRPr lang="en-US" sz="1600" b="0" u="none" strike="noStrike">
                        <a:solidFill>
                          <a:srgbClr val="000000"/>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F1DFCF"/>
                    </a:solidFill>
                  </a:tcPr>
                </a:tc>
                <a:tc vMerge="1">
                  <a:txBody>
                    <a:bodyPr lIns="0" tIns="0" rIns="0" bIns="0" anchor="t">
                      <a:noAutofit/>
                    </a:bodyPr>
                    <a:p>
                      <a:endParaRPr lang="en-US" sz="2400" b="0" u="none" strike="noStrike">
                        <a:solidFill>
                          <a:srgbClr val="000000"/>
                        </a:solidFill>
                        <a:effectLst/>
                        <a:uFillTx/>
                        <a:latin typeface="Times New Roman"/>
                      </a:endParaRPr>
                    </a:p>
                  </a:txBody>
                  <a:tcPr anchor="t" marL="0" marR="0" marT="0" marB="0">
                    <a:lnL>
                      <a:noFill/>
                    </a:lnL>
                    <a:lnR>
                      <a:noFill/>
                    </a:lnR>
                    <a:lnT>
                      <a:noFill/>
                    </a:lnT>
                    <a:lnB>
                      <a:noFill/>
                    </a:lnB>
                    <a:solidFill>
                      <a:srgbClr val="F1DFCF"/>
                    </a:solidFill>
                  </a:tcPr>
                </a:tc>
              </a:tr>
              <a:tr h="396720">
                <a:tc>
                  <a:txBody>
                    <a:bodyPr anchor="ctr">
                      <a:noAutofit/>
                    </a:bodyPr>
                    <a:p>
                      <a:endParaRPr lang="en-US" sz="2400" b="0" u="none" strike="noStrike">
                        <a:solidFill>
                          <a:srgbClr val="FFFFFF"/>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anchor="ctr">
                      <a:noAutofit/>
                    </a:bodyPr>
                    <a:p>
                      <a:pPr algn="ctr">
                        <a:lnSpc>
                          <a:spcPct val="100000"/>
                        </a:lnSpc>
                      </a:pPr>
                      <a:r>
                        <a:rPr lang="en-US" sz="1600" b="0" u="none" strike="noStrike">
                          <a:solidFill>
                            <a:srgbClr val="7F7F7F"/>
                          </a:solidFill>
                          <a:effectLst/>
                          <a:uFillTx/>
                          <a:latin typeface="微軟正黑體"/>
                          <a:ea typeface="微軟正黑體"/>
                        </a:rPr>
                        <a:t>OO</a:t>
                      </a:r>
                      <a:r>
                        <a:rPr lang="zh-TW" sz="1600" b="0" u="none" strike="noStrike">
                          <a:solidFill>
                            <a:srgbClr val="7F7F7F"/>
                          </a:solidFill>
                          <a:effectLst/>
                          <a:uFillTx/>
                          <a:latin typeface="微軟正黑體"/>
                          <a:ea typeface="微軟正黑體"/>
                        </a:rPr>
                        <a:t>計畫</a:t>
                      </a:r>
                      <a:r>
                        <a:rPr lang="en-US" sz="1600" b="0" u="none" strike="noStrike">
                          <a:solidFill>
                            <a:srgbClr val="7F7F7F"/>
                          </a:solidFill>
                          <a:effectLst/>
                          <a:uFillTx/>
                          <a:latin typeface="微軟正黑體"/>
                          <a:ea typeface="微軟正黑體"/>
                        </a:rPr>
                        <a:t>/</a:t>
                      </a:r>
                      <a:r>
                        <a:rPr lang="zh-TW" sz="1600" b="0" u="none" strike="noStrike">
                          <a:solidFill>
                            <a:srgbClr val="7F7F7F"/>
                          </a:solidFill>
                          <a:effectLst/>
                          <a:uFillTx/>
                          <a:latin typeface="微軟正黑體"/>
                          <a:ea typeface="微軟正黑體"/>
                        </a:rPr>
                        <a:t>無</a:t>
                      </a:r>
                      <a:endParaRPr lang="en-US" sz="1600" b="0" u="none" strike="noStrike">
                        <a:solidFill>
                          <a:srgbClr val="FFFFFF"/>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anchor="ctr">
                      <a:noAutofit/>
                    </a:bodyPr>
                    <a:p>
                      <a:endParaRPr lang="en-US" sz="2400" b="0" u="none" strike="noStrike">
                        <a:solidFill>
                          <a:srgbClr val="FFFFFF"/>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anchor="ctr">
                      <a:noAutofit/>
                    </a:bodyPr>
                    <a:p>
                      <a:endParaRPr lang="en-US" sz="2400" b="0" u="none" strike="noStrike">
                        <a:solidFill>
                          <a:srgbClr val="FFFFFF"/>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anchor="ctr">
                      <a:noAutofit/>
                    </a:bodyPr>
                    <a:p>
                      <a:endParaRPr lang="en-US" sz="2400" b="0" u="none" strike="noStrike">
                        <a:solidFill>
                          <a:srgbClr val="FFFFFF"/>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anchor="ctr">
                      <a:noAutofit/>
                    </a:bodyPr>
                    <a:p>
                      <a:endParaRPr lang="en-US" sz="2400" b="0" u="none" strike="noStrike">
                        <a:solidFill>
                          <a:srgbClr val="FFFFFF"/>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r>
              <a:tr h="396720">
                <a:tc>
                  <a:txBody>
                    <a:bodyPr anchor="ctr">
                      <a:noAutofit/>
                    </a:bodyPr>
                    <a:p>
                      <a:endParaRPr lang="en-US" sz="2400" b="0" u="none" strike="noStrike">
                        <a:solidFill>
                          <a:srgbClr val="000000"/>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F1DFCF"/>
                    </a:solidFill>
                  </a:tcPr>
                </a:tc>
                <a:tc>
                  <a:txBody>
                    <a:bodyPr anchor="ctr">
                      <a:noAutofit/>
                    </a:bodyPr>
                    <a:p>
                      <a:endParaRPr lang="en-US" sz="2400" b="0" u="none" strike="noStrike">
                        <a:solidFill>
                          <a:srgbClr val="000000"/>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F1DFCF"/>
                    </a:solidFill>
                  </a:tcPr>
                </a:tc>
                <a:tc>
                  <a:txBody>
                    <a:bodyPr anchor="ctr">
                      <a:noAutofit/>
                    </a:bodyPr>
                    <a:p>
                      <a:endParaRPr lang="en-US" sz="2400" b="0" u="none" strike="noStrike">
                        <a:solidFill>
                          <a:srgbClr val="000000"/>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F1DFCF"/>
                    </a:solidFill>
                  </a:tcPr>
                </a:tc>
                <a:tc>
                  <a:txBody>
                    <a:bodyPr anchor="ctr">
                      <a:noAutofit/>
                    </a:bodyPr>
                    <a:p>
                      <a:endParaRPr lang="en-US" sz="2400" b="0" u="none" strike="noStrike">
                        <a:solidFill>
                          <a:srgbClr val="000000"/>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F1DFCF"/>
                    </a:solidFill>
                  </a:tcPr>
                </a:tc>
                <a:tc>
                  <a:txBody>
                    <a:bodyPr anchor="ctr">
                      <a:noAutofit/>
                    </a:bodyPr>
                    <a:p>
                      <a:endParaRPr lang="en-US" sz="2400" b="0" u="none" strike="noStrike">
                        <a:solidFill>
                          <a:srgbClr val="000000"/>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F1DFCF"/>
                    </a:solidFill>
                  </a:tcPr>
                </a:tc>
                <a:tc>
                  <a:txBody>
                    <a:bodyPr anchor="ctr">
                      <a:noAutofit/>
                    </a:bodyPr>
                    <a:p>
                      <a:endParaRPr lang="en-US" sz="2400" b="0" u="none" strike="noStrike">
                        <a:solidFill>
                          <a:srgbClr val="000000"/>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F1DFCF"/>
                    </a:solidFill>
                  </a:tcPr>
                </a:tc>
              </a:tr>
              <a:tr h="396720">
                <a:tc>
                  <a:txBody>
                    <a:bodyPr anchor="ctr">
                      <a:noAutofit/>
                    </a:bodyPr>
                    <a:p>
                      <a:endParaRPr lang="en-US" sz="2400" b="0" u="none" strike="noStrike">
                        <a:solidFill>
                          <a:srgbClr val="FFFFFF"/>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anchor="ctr">
                      <a:noAutofit/>
                    </a:bodyPr>
                    <a:p>
                      <a:endParaRPr lang="en-US" sz="2400" b="0" u="none" strike="noStrike">
                        <a:solidFill>
                          <a:srgbClr val="FFFFFF"/>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anchor="ctr">
                      <a:noAutofit/>
                    </a:bodyPr>
                    <a:p>
                      <a:endParaRPr lang="en-US" sz="2400" b="0" u="none" strike="noStrike">
                        <a:solidFill>
                          <a:srgbClr val="FFFFFF"/>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anchor="ctr">
                      <a:noAutofit/>
                    </a:bodyPr>
                    <a:p>
                      <a:endParaRPr lang="en-US" sz="2400" b="0" u="none" strike="noStrike">
                        <a:solidFill>
                          <a:srgbClr val="FFFFFF"/>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anchor="ctr">
                      <a:noAutofit/>
                    </a:bodyPr>
                    <a:p>
                      <a:endParaRPr lang="en-US" sz="2400" b="0" u="none" strike="noStrike">
                        <a:solidFill>
                          <a:srgbClr val="FFFFFF"/>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anchor="ctr">
                      <a:noAutofit/>
                    </a:bodyPr>
                    <a:p>
                      <a:endParaRPr lang="en-US" sz="2400" b="0" u="none" strike="noStrike">
                        <a:solidFill>
                          <a:srgbClr val="FFFFFF"/>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r>
              <a:tr h="396720">
                <a:tc>
                  <a:txBody>
                    <a:bodyPr anchor="ctr">
                      <a:noAutofit/>
                    </a:bodyPr>
                    <a:p>
                      <a:endParaRPr lang="en-US" sz="2400" b="0" u="none" strike="noStrike">
                        <a:solidFill>
                          <a:srgbClr val="000000"/>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F1DFCF"/>
                    </a:solidFill>
                  </a:tcPr>
                </a:tc>
                <a:tc>
                  <a:txBody>
                    <a:bodyPr anchor="ctr">
                      <a:noAutofit/>
                    </a:bodyPr>
                    <a:p>
                      <a:endParaRPr lang="en-US" sz="2400" b="0" u="none" strike="noStrike">
                        <a:solidFill>
                          <a:srgbClr val="000000"/>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F1DFCF"/>
                    </a:solidFill>
                  </a:tcPr>
                </a:tc>
                <a:tc>
                  <a:txBody>
                    <a:bodyPr anchor="ctr">
                      <a:noAutofit/>
                    </a:bodyPr>
                    <a:p>
                      <a:endParaRPr lang="en-US" sz="2400" b="0" u="none" strike="noStrike">
                        <a:solidFill>
                          <a:srgbClr val="000000"/>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F1DFCF"/>
                    </a:solidFill>
                  </a:tcPr>
                </a:tc>
                <a:tc>
                  <a:txBody>
                    <a:bodyPr anchor="ctr">
                      <a:noAutofit/>
                    </a:bodyPr>
                    <a:p>
                      <a:endParaRPr lang="en-US" sz="2400" b="0" u="none" strike="noStrike">
                        <a:solidFill>
                          <a:srgbClr val="000000"/>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F1DFCF"/>
                    </a:solidFill>
                  </a:tcPr>
                </a:tc>
                <a:tc>
                  <a:txBody>
                    <a:bodyPr anchor="ctr">
                      <a:noAutofit/>
                    </a:bodyPr>
                    <a:p>
                      <a:endParaRPr lang="en-US" sz="2400" b="0" u="none" strike="noStrike">
                        <a:solidFill>
                          <a:srgbClr val="000000"/>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F1DFCF"/>
                    </a:solidFill>
                  </a:tcPr>
                </a:tc>
                <a:tc>
                  <a:txBody>
                    <a:bodyPr anchor="ctr">
                      <a:noAutofit/>
                    </a:bodyPr>
                    <a:p>
                      <a:endParaRPr lang="en-US" sz="2400" b="0" u="none" strike="noStrike">
                        <a:solidFill>
                          <a:srgbClr val="000000"/>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F1DFCF"/>
                    </a:solidFill>
                  </a:tcPr>
                </a:tc>
              </a:tr>
              <a:tr h="396720">
                <a:tc>
                  <a:txBody>
                    <a:bodyPr anchor="ctr">
                      <a:noAutofit/>
                    </a:bodyPr>
                    <a:p>
                      <a:endParaRPr lang="en-US" sz="2400" b="0" u="none" strike="noStrike">
                        <a:solidFill>
                          <a:srgbClr val="FFFFFF"/>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anchor="ctr">
                      <a:noAutofit/>
                    </a:bodyPr>
                    <a:p>
                      <a:endParaRPr lang="en-US" sz="2400" b="0" u="none" strike="noStrike">
                        <a:solidFill>
                          <a:srgbClr val="FFFFFF"/>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anchor="ctr">
                      <a:noAutofit/>
                    </a:bodyPr>
                    <a:p>
                      <a:endParaRPr lang="en-US" sz="2400" b="0" u="none" strike="noStrike">
                        <a:solidFill>
                          <a:srgbClr val="FFFFFF"/>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anchor="ctr">
                      <a:noAutofit/>
                    </a:bodyPr>
                    <a:p>
                      <a:endParaRPr lang="en-US" sz="2400" b="0" u="none" strike="noStrike">
                        <a:solidFill>
                          <a:srgbClr val="FFFFFF"/>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anchor="ctr">
                      <a:noAutofit/>
                    </a:bodyPr>
                    <a:p>
                      <a:endParaRPr lang="en-US" sz="2400" b="0" u="none" strike="noStrike">
                        <a:solidFill>
                          <a:srgbClr val="FFFFFF"/>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anchor="ctr">
                      <a:noAutofit/>
                    </a:bodyPr>
                    <a:p>
                      <a:endParaRPr lang="en-US" sz="2400" b="0" u="none" strike="noStrike">
                        <a:solidFill>
                          <a:srgbClr val="FFFFFF"/>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r>
            </a:tbl>
          </a:graphicData>
        </a:graphic>
      </p:graphicFrame>
      <p:sp>
        <p:nvSpPr>
          <p:cNvPr id="95" name="標題 1"/>
          <p:cNvSpPr txBox="1"/>
          <p:nvPr/>
        </p:nvSpPr>
        <p:spPr>
          <a:xfrm>
            <a:off x="-507960" y="241200"/>
            <a:ext cx="10605600" cy="504720"/>
          </a:xfrm>
          <a:prstGeom prst="rect">
            <a:avLst/>
          </a:prstGeom>
          <a:noFill/>
          <a:ln w="0">
            <a:noFill/>
          </a:ln>
        </p:spPr>
        <p:txBody>
          <a:bodyPr anchor="t" anchorCtr="1">
            <a:normAutofit/>
          </a:bodyPr>
          <a:p>
            <a:pPr algn="ctr">
              <a:lnSpc>
                <a:spcPct val="90000"/>
              </a:lnSpc>
            </a:pPr>
            <a:r>
              <a:rPr lang="en-US" sz="3000" b="1" u="none" strike="noStrike">
                <a:solidFill>
                  <a:srgbClr val="0067B9"/>
                </a:solidFill>
                <a:effectLst/>
                <a:uFillTx/>
                <a:latin typeface="微軟正黑體"/>
                <a:ea typeface="微軟正黑體"/>
              </a:rPr>
              <a:t>(</a:t>
            </a:r>
            <a:r>
              <a:rPr lang="zh-TW" sz="3000" b="1" u="none" strike="noStrike">
                <a:solidFill>
                  <a:srgbClr val="0067B9"/>
                </a:solidFill>
                <a:effectLst/>
                <a:uFillTx/>
                <a:latin typeface="微軟正黑體"/>
                <a:ea typeface="微軟正黑體"/>
              </a:rPr>
              <a:t>五</a:t>
            </a:r>
            <a:r>
              <a:rPr lang="en-US" sz="3000" b="1" u="none" strike="noStrike">
                <a:solidFill>
                  <a:srgbClr val="0067B9"/>
                </a:solidFill>
                <a:effectLst/>
                <a:uFillTx/>
                <a:latin typeface="微軟正黑體"/>
                <a:ea typeface="微軟正黑體"/>
              </a:rPr>
              <a:t>)</a:t>
            </a:r>
            <a:r>
              <a:rPr lang="zh-TW" sz="3000" b="1" u="none" strike="noStrike">
                <a:solidFill>
                  <a:srgbClr val="0067B9"/>
                </a:solidFill>
                <a:effectLst/>
                <a:uFillTx/>
                <a:latin typeface="Times New Roman"/>
                <a:ea typeface="微軟正黑體"/>
              </a:rPr>
              <a:t>近</a:t>
            </a:r>
            <a:r>
              <a:rPr lang="en-US" sz="3000" b="1" u="none" strike="noStrike">
                <a:solidFill>
                  <a:srgbClr val="0067B9"/>
                </a:solidFill>
                <a:effectLst/>
                <a:uFillTx/>
                <a:latin typeface="Times New Roman"/>
                <a:ea typeface="微軟正黑體"/>
              </a:rPr>
              <a:t>3</a:t>
            </a:r>
            <a:r>
              <a:rPr lang="zh-TW" sz="3000" b="1" u="none" strike="noStrike">
                <a:solidFill>
                  <a:srgbClr val="0067B9"/>
                </a:solidFill>
                <a:effectLst/>
                <a:uFillTx/>
                <a:latin typeface="Times New Roman"/>
                <a:ea typeface="微軟正黑體"/>
              </a:rPr>
              <a:t>年</a:t>
            </a:r>
            <a:r>
              <a:rPr lang="zh-TW" sz="3000" b="1" u="none" strike="noStrike">
                <a:solidFill>
                  <a:srgbClr val="0067B9"/>
                </a:solidFill>
                <a:effectLst/>
                <a:uFillTx/>
                <a:latin typeface="Times New Roman"/>
                <a:ea typeface="微軟正黑體"/>
              </a:rPr>
              <a:t>執行政府專案計畫成效</a:t>
            </a:r>
            <a:r>
              <a:rPr lang="en-US" sz="3000" b="1" u="none" strike="noStrike">
                <a:solidFill>
                  <a:srgbClr val="0067B9"/>
                </a:solidFill>
                <a:effectLst/>
                <a:uFillTx/>
                <a:latin typeface="Times New Roman"/>
                <a:ea typeface="微軟正黑體"/>
              </a:rPr>
              <a:t>(</a:t>
            </a:r>
            <a:r>
              <a:rPr lang="zh-TW" sz="3000" b="1" u="none" strike="noStrike">
                <a:solidFill>
                  <a:srgbClr val="0067B9"/>
                </a:solidFill>
                <a:effectLst/>
                <a:uFillTx/>
                <a:latin typeface="Times New Roman"/>
                <a:ea typeface="微軟正黑體"/>
              </a:rPr>
              <a:t>若無則免填</a:t>
            </a:r>
            <a:r>
              <a:rPr lang="en-US" sz="3000" b="1" u="none" strike="noStrike">
                <a:solidFill>
                  <a:srgbClr val="0067B9"/>
                </a:solidFill>
                <a:effectLst/>
                <a:uFillTx/>
                <a:latin typeface="Times New Roman"/>
                <a:ea typeface="微軟正黑體"/>
              </a:rPr>
              <a:t>)</a:t>
            </a:r>
            <a:endParaRPr lang="en-US" sz="3000" b="0" u="none" strike="noStrike">
              <a:solidFill>
                <a:srgbClr val="000000"/>
              </a:solidFill>
              <a:effectLst/>
              <a:uFillTx/>
              <a:latin typeface="Arial"/>
            </a:endParaRPr>
          </a:p>
        </p:txBody>
      </p:sp>
      <p:sp>
        <p:nvSpPr>
          <p:cNvPr id="96" name="文字方塊 7"/>
          <p:cNvSpPr txBox="1"/>
          <p:nvPr/>
        </p:nvSpPr>
        <p:spPr>
          <a:xfrm>
            <a:off x="531000" y="4690080"/>
            <a:ext cx="11144160" cy="2031480"/>
          </a:xfrm>
          <a:prstGeom prst="rect">
            <a:avLst/>
          </a:prstGeom>
          <a:noFill/>
          <a:ln w="0">
            <a:noFill/>
          </a:ln>
        </p:spPr>
        <p:txBody>
          <a:bodyPr anchor="t">
            <a:spAutoFit/>
          </a:bodyPr>
          <a:p>
            <a:pPr>
              <a:lnSpc>
                <a:spcPct val="100000"/>
              </a:lnSpc>
            </a:pPr>
            <a:r>
              <a:rPr lang="zh-TW" sz="1800" b="0" u="none" strike="noStrike">
                <a:solidFill>
                  <a:srgbClr val="000000"/>
                </a:solidFill>
                <a:effectLst/>
                <a:uFillTx/>
                <a:latin typeface="微軟正黑體"/>
                <a:ea typeface="微軟正黑體"/>
              </a:rPr>
              <a:t>近</a:t>
            </a:r>
            <a:r>
              <a:rPr lang="en-US" sz="1800" b="0" u="none" strike="noStrike">
                <a:solidFill>
                  <a:srgbClr val="000000"/>
                </a:solidFill>
                <a:effectLst/>
                <a:uFillTx/>
                <a:latin typeface="微軟正黑體"/>
                <a:ea typeface="微軟正黑體"/>
              </a:rPr>
              <a:t>3</a:t>
            </a:r>
            <a:r>
              <a:rPr lang="zh-TW" sz="1800" b="0" u="none" strike="noStrike">
                <a:solidFill>
                  <a:srgbClr val="000000"/>
                </a:solidFill>
                <a:effectLst/>
                <a:uFillTx/>
                <a:latin typeface="微軟正黑體"/>
                <a:ea typeface="微軟正黑體"/>
              </a:rPr>
              <a:t>年曾經參與之下列計畫並經核定通過（含核定計畫的無形資產引進、委託研究及技轉單位，如有現況</a:t>
            </a:r>
            <a:r>
              <a:rPr lang="en-US" sz="1800" b="0" u="none" strike="noStrike">
                <a:solidFill>
                  <a:srgbClr val="000000"/>
                </a:solidFill>
                <a:effectLst/>
                <a:uFillTx/>
                <a:latin typeface="微軟正黑體"/>
                <a:ea typeface="微軟正黑體"/>
              </a:rPr>
              <a:t> </a:t>
            </a:r>
            <a:r>
              <a:rPr lang="en-US" sz="1800" b="0" u="none" strike="noStrike">
                <a:solidFill>
                  <a:srgbClr val="000000"/>
                </a:solidFill>
                <a:effectLst/>
                <a:uFillTx/>
                <a:latin typeface="微軟正黑體"/>
                <a:ea typeface="微軟正黑體"/>
              </a:rPr>
              <a:t>/</a:t>
            </a:r>
            <a:r>
              <a:rPr lang="zh-TW" sz="1800" b="0" u="none" strike="noStrike">
                <a:solidFill>
                  <a:srgbClr val="000000"/>
                </a:solidFill>
                <a:effectLst/>
                <a:uFillTx/>
                <a:latin typeface="微軟正黑體"/>
                <a:ea typeface="微軟正黑體"/>
              </a:rPr>
              <a:t>扣款結案、計畫終止或解除等情事須於「執行效益」備註敘明）：</a:t>
            </a:r>
            <a:endParaRPr lang="en-US" sz="1800" b="0" u="none" strike="noStrike">
              <a:solidFill>
                <a:srgbClr val="000000"/>
              </a:solidFill>
              <a:effectLst/>
              <a:uFillTx/>
              <a:latin typeface="Arial"/>
            </a:endParaRPr>
          </a:p>
          <a:p>
            <a:pPr marL="343080" indent="-343080">
              <a:lnSpc>
                <a:spcPct val="100000"/>
              </a:lnSpc>
              <a:buClr>
                <a:srgbClr val="000000"/>
              </a:buClr>
              <a:buFont typeface="OpenSymbol"/>
              <a:buAutoNum type="alphaUcPeriod"/>
            </a:pPr>
            <a:r>
              <a:rPr lang="en-US" sz="1800" b="0" u="none" strike="noStrike">
                <a:solidFill>
                  <a:srgbClr val="000000"/>
                </a:solidFill>
                <a:effectLst/>
                <a:uFillTx/>
                <a:latin typeface="微軟正黑體"/>
                <a:ea typeface="微軟正黑體"/>
              </a:rPr>
              <a:t>DIGITAL+</a:t>
            </a:r>
            <a:r>
              <a:rPr lang="zh-TW" sz="1800" b="0" u="none" strike="noStrike">
                <a:solidFill>
                  <a:srgbClr val="000000"/>
                </a:solidFill>
                <a:effectLst/>
                <a:uFillTx/>
                <a:latin typeface="微軟正黑體"/>
                <a:ea typeface="微軟正黑體"/>
              </a:rPr>
              <a:t>數位創新補助平台計畫</a:t>
            </a:r>
            <a:endParaRPr lang="en-US" sz="1800" b="0" u="none" strike="noStrike">
              <a:solidFill>
                <a:srgbClr val="000000"/>
              </a:solidFill>
              <a:effectLst/>
              <a:uFillTx/>
              <a:latin typeface="Arial"/>
            </a:endParaRPr>
          </a:p>
          <a:p>
            <a:pPr marL="343080" indent="-343080">
              <a:lnSpc>
                <a:spcPct val="100000"/>
              </a:lnSpc>
              <a:buClr>
                <a:srgbClr val="000000"/>
              </a:buClr>
              <a:buFont typeface="OpenSymbol"/>
              <a:buAutoNum type="alphaUcPeriod"/>
            </a:pPr>
            <a:r>
              <a:rPr lang="zh-TW" sz="1800" b="0" u="none" strike="noStrike">
                <a:solidFill>
                  <a:srgbClr val="000000"/>
                </a:solidFill>
                <a:effectLst/>
                <a:uFillTx/>
                <a:latin typeface="微軟正黑體"/>
                <a:ea typeface="微軟正黑體"/>
              </a:rPr>
              <a:t>產業升級創新平台輔導計畫</a:t>
            </a:r>
            <a:endParaRPr lang="en-US" sz="1800" b="0" u="none" strike="noStrike">
              <a:solidFill>
                <a:srgbClr val="000000"/>
              </a:solidFill>
              <a:effectLst/>
              <a:uFillTx/>
              <a:latin typeface="Arial"/>
            </a:endParaRPr>
          </a:p>
          <a:p>
            <a:pPr marL="343080" indent="-343080">
              <a:lnSpc>
                <a:spcPct val="100000"/>
              </a:lnSpc>
              <a:buClr>
                <a:srgbClr val="000000"/>
              </a:buClr>
              <a:buFont typeface="OpenSymbol"/>
              <a:buAutoNum type="alphaUcPeriod"/>
            </a:pPr>
            <a:r>
              <a:rPr lang="en-US" sz="1800" b="0" u="none" strike="noStrike">
                <a:solidFill>
                  <a:srgbClr val="000000"/>
                </a:solidFill>
                <a:effectLst/>
                <a:uFillTx/>
                <a:latin typeface="微軟正黑體"/>
                <a:ea typeface="微軟正黑體"/>
              </a:rPr>
              <a:t>A+</a:t>
            </a:r>
            <a:r>
              <a:rPr lang="zh-TW" sz="1800" b="0" u="none" strike="noStrike">
                <a:solidFill>
                  <a:srgbClr val="000000"/>
                </a:solidFill>
                <a:effectLst/>
                <a:uFillTx/>
                <a:latin typeface="微軟正黑體"/>
                <a:ea typeface="微軟正黑體"/>
              </a:rPr>
              <a:t>企業創新研發淬煉計畫</a:t>
            </a:r>
            <a:endParaRPr lang="en-US" sz="1800" b="0" u="none" strike="noStrike">
              <a:solidFill>
                <a:srgbClr val="000000"/>
              </a:solidFill>
              <a:effectLst/>
              <a:uFillTx/>
              <a:latin typeface="Arial"/>
            </a:endParaRPr>
          </a:p>
          <a:p>
            <a:pPr marL="343080" indent="-343080">
              <a:lnSpc>
                <a:spcPct val="100000"/>
              </a:lnSpc>
              <a:buClr>
                <a:srgbClr val="000000"/>
              </a:buClr>
              <a:buFont typeface="OpenSymbol"/>
              <a:buAutoNum type="alphaUcPeriod"/>
            </a:pPr>
            <a:r>
              <a:rPr lang="zh-TW" sz="1800" b="0" u="none" strike="noStrike">
                <a:solidFill>
                  <a:srgbClr val="000000"/>
                </a:solidFill>
                <a:effectLst/>
                <a:uFillTx/>
                <a:latin typeface="微軟正黑體"/>
                <a:ea typeface="微軟正黑體"/>
              </a:rPr>
              <a:t>其他研發計畫等（請說明計畫類型，如：</a:t>
            </a:r>
            <a:r>
              <a:rPr lang="zh-TW" sz="1800" b="0" u="none" strike="noStrike">
                <a:solidFill>
                  <a:srgbClr val="000000"/>
                </a:solidFill>
                <a:effectLst/>
                <a:uFillTx/>
                <a:latin typeface="微軟正黑體"/>
                <a:ea typeface="微軟正黑體"/>
              </a:rPr>
              <a:t>普及智慧城鄉生活應用計畫</a:t>
            </a:r>
            <a:r>
              <a:rPr lang="zh-TW" sz="1800" b="0" u="none" strike="noStrike">
                <a:solidFill>
                  <a:srgbClr val="000000"/>
                </a:solidFill>
                <a:effectLst/>
                <a:uFillTx/>
                <a:latin typeface="微軟正黑體"/>
                <a:ea typeface="微軟正黑體"/>
              </a:rPr>
              <a:t>、小型企業創新研發計畫（</a:t>
            </a:r>
            <a:r>
              <a:rPr lang="en-US" sz="1800" b="0" u="none" strike="noStrike">
                <a:solidFill>
                  <a:srgbClr val="000000"/>
                </a:solidFill>
                <a:effectLst/>
                <a:uFillTx/>
                <a:latin typeface="微軟正黑體"/>
                <a:ea typeface="微軟正黑體"/>
              </a:rPr>
              <a:t>SBIR</a:t>
            </a:r>
            <a:r>
              <a:rPr lang="zh-TW" sz="1800" b="0" u="none" strike="noStrike">
                <a:solidFill>
                  <a:srgbClr val="000000"/>
                </a:solidFill>
                <a:effectLst/>
                <a:uFillTx/>
                <a:latin typeface="微軟正黑體"/>
                <a:ea typeface="微軟正黑體"/>
              </a:rPr>
              <a:t>）、協助傳統產業技術開發計畫（</a:t>
            </a:r>
            <a:r>
              <a:rPr lang="en-US" sz="1800" b="0" u="none" strike="noStrike">
                <a:solidFill>
                  <a:srgbClr val="000000"/>
                </a:solidFill>
                <a:effectLst/>
                <a:uFillTx/>
                <a:latin typeface="微軟正黑體"/>
                <a:ea typeface="微軟正黑體"/>
              </a:rPr>
              <a:t>CITD</a:t>
            </a:r>
            <a:r>
              <a:rPr lang="zh-TW" sz="1800" b="0" u="none" strike="noStrike">
                <a:solidFill>
                  <a:srgbClr val="000000"/>
                </a:solidFill>
                <a:effectLst/>
                <a:uFillTx/>
                <a:latin typeface="微軟正黑體"/>
                <a:ea typeface="微軟正黑體"/>
              </a:rPr>
              <a:t>）、文化部、能源署、農業部或其他政府單位補助計畫</a:t>
            </a:r>
            <a:r>
              <a:rPr lang="en-US" sz="1800" b="0" u="none" strike="noStrike">
                <a:solidFill>
                  <a:srgbClr val="000000"/>
                </a:solidFill>
                <a:effectLst/>
                <a:uFillTx/>
                <a:latin typeface="微軟正黑體"/>
                <a:ea typeface="微軟正黑體"/>
              </a:rPr>
              <a:t>…</a:t>
            </a:r>
            <a:r>
              <a:rPr lang="zh-TW" sz="1800" b="0" u="none" strike="noStrike">
                <a:solidFill>
                  <a:srgbClr val="000000"/>
                </a:solidFill>
                <a:effectLst/>
                <a:uFillTx/>
                <a:latin typeface="微軟正黑體"/>
                <a:ea typeface="微軟正黑體"/>
              </a:rPr>
              <a:t>）</a:t>
            </a:r>
            <a:endParaRPr lang="en-US" sz="18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7" name="PlaceHolder 1"/>
          <p:cNvSpPr>
            <a:spLocks noGrp="1"/>
          </p:cNvSpPr>
          <p:nvPr>
            <p:ph type="title"/>
          </p:nvPr>
        </p:nvSpPr>
        <p:spPr>
          <a:xfrm>
            <a:off x="380880" y="951480"/>
            <a:ext cx="8229600" cy="648000"/>
          </a:xfrm>
          <a:prstGeom prst="rect">
            <a:avLst/>
          </a:prstGeom>
          <a:noFill/>
          <a:ln w="19080">
            <a:noFill/>
          </a:ln>
        </p:spPr>
        <p:txBody>
          <a:bodyPr lIns="91440" tIns="45720" rIns="91440" bIns="45720" anchor="ctr">
            <a:noAutofit/>
          </a:bodyPr>
          <a:p>
            <a:pPr indent="0" algn="l">
              <a:lnSpc>
                <a:spcPct val="90000"/>
              </a:lnSpc>
              <a:buNone/>
            </a:pPr>
            <a:r>
              <a:rPr lang="en-US" sz="3200" b="1" u="none" strike="noStrike">
                <a:solidFill>
                  <a:srgbClr val="000000"/>
                </a:solidFill>
                <a:effectLst/>
                <a:uFillTx/>
                <a:latin typeface="微軟正黑體"/>
                <a:ea typeface="微軟正黑體"/>
              </a:rPr>
              <a:t>(</a:t>
            </a:r>
            <a:r>
              <a:rPr lang="zh-TW" sz="3200" b="1" u="none" strike="noStrike">
                <a:solidFill>
                  <a:srgbClr val="000000"/>
                </a:solidFill>
                <a:effectLst/>
                <a:uFillTx/>
                <a:latin typeface="微軟正黑體"/>
                <a:ea typeface="微軟正黑體"/>
              </a:rPr>
              <a:t>一</a:t>
            </a:r>
            <a:r>
              <a:rPr lang="en-US" sz="3200" b="1" u="none" strike="noStrike">
                <a:solidFill>
                  <a:srgbClr val="000000"/>
                </a:solidFill>
                <a:effectLst/>
                <a:uFillTx/>
                <a:latin typeface="微軟正黑體"/>
                <a:ea typeface="微軟正黑體"/>
              </a:rPr>
              <a:t>)</a:t>
            </a:r>
            <a:r>
              <a:rPr lang="zh-TW" sz="3200" b="1" u="none" strike="noStrike">
                <a:solidFill>
                  <a:srgbClr val="000000"/>
                </a:solidFill>
                <a:effectLst/>
                <a:uFillTx/>
                <a:latin typeface="微軟正黑體"/>
                <a:ea typeface="微軟正黑體"/>
              </a:rPr>
              <a:t>目標市場需求及痛點分析</a:t>
            </a:r>
            <a:endParaRPr lang="en-US" sz="3200" b="0" u="none" strike="noStrike">
              <a:solidFill>
                <a:srgbClr val="000000"/>
              </a:solidFill>
              <a:effectLst/>
              <a:uFillTx/>
              <a:latin typeface="Arial"/>
            </a:endParaRPr>
          </a:p>
        </p:txBody>
      </p:sp>
      <p:sp>
        <p:nvSpPr>
          <p:cNvPr id="98" name="投影片編號版面配置區 5"/>
          <p:cNvSpPr txBox="1"/>
          <p:nvPr/>
        </p:nvSpPr>
        <p:spPr>
          <a:xfrm>
            <a:off x="9448920" y="6500160"/>
            <a:ext cx="2743200" cy="365040"/>
          </a:xfrm>
          <a:prstGeom prst="rect">
            <a:avLst/>
          </a:prstGeom>
          <a:noFill/>
          <a:ln w="0">
            <a:noFill/>
          </a:ln>
        </p:spPr>
        <p:txBody>
          <a:bodyPr anchor="t">
            <a:noAutofit/>
          </a:bodyPr>
          <a:p>
            <a:pPr algn="r">
              <a:lnSpc>
                <a:spcPct val="100000"/>
              </a:lnSpc>
            </a:pPr>
            <a:fld id="{0D251581-A2DE-4981-A0C0-B6ABA98A8EC9}" type="slidenum">
              <a:rPr lang="en-US" sz="1000" b="0" u="none" strike="noStrike">
                <a:solidFill>
                  <a:srgbClr val="000000"/>
                </a:solidFill>
                <a:effectLst/>
                <a:uFillTx/>
                <a:latin typeface="微軟正黑體"/>
                <a:ea typeface="微軟正黑體"/>
              </a:rPr>
              <a:t>8</a:t>
            </a:fld>
            <a:endParaRPr lang="en-US" sz="1000" b="0" u="none" strike="noStrike">
              <a:solidFill>
                <a:srgbClr val="000000"/>
              </a:solidFill>
              <a:effectLst/>
              <a:uFillTx/>
              <a:latin typeface="Arial"/>
            </a:endParaRPr>
          </a:p>
        </p:txBody>
      </p:sp>
      <p:sp>
        <p:nvSpPr>
          <p:cNvPr id="99" name="標題 1"/>
          <p:cNvSpPr txBox="1"/>
          <p:nvPr/>
        </p:nvSpPr>
        <p:spPr>
          <a:xfrm>
            <a:off x="1981080" y="116640"/>
            <a:ext cx="8229600" cy="921960"/>
          </a:xfrm>
          <a:prstGeom prst="rect">
            <a:avLst/>
          </a:prstGeom>
          <a:noFill/>
          <a:ln w="0">
            <a:noFill/>
          </a:ln>
        </p:spPr>
        <p:txBody>
          <a:bodyPr anchor="ctr" anchorCtr="1">
            <a:normAutofit/>
          </a:bodyPr>
          <a:p>
            <a:pPr algn="ctr">
              <a:lnSpc>
                <a:spcPct val="100000"/>
              </a:lnSpc>
            </a:pPr>
            <a:r>
              <a:rPr lang="zh-TW" sz="3600" b="1" u="none" strike="noStrike">
                <a:solidFill>
                  <a:srgbClr val="C00000"/>
                </a:solidFill>
                <a:effectLst/>
                <a:uFillTx/>
                <a:latin typeface="微軟正黑體"/>
                <a:ea typeface="微軟正黑體"/>
              </a:rPr>
              <a:t>三、目標市場需求評估</a:t>
            </a:r>
            <a:endParaRPr lang="en-US" sz="3600" b="0" u="none" strike="noStrike">
              <a:solidFill>
                <a:srgbClr val="000000"/>
              </a:solidFill>
              <a:effectLst/>
              <a:uFillTx/>
              <a:latin typeface="Arial"/>
            </a:endParaRPr>
          </a:p>
        </p:txBody>
      </p:sp>
      <p:sp>
        <p:nvSpPr>
          <p:cNvPr id="100" name="文字方塊 5"/>
          <p:cNvSpPr txBox="1"/>
          <p:nvPr/>
        </p:nvSpPr>
        <p:spPr>
          <a:xfrm>
            <a:off x="1103040" y="1595520"/>
            <a:ext cx="10391760" cy="646200"/>
          </a:xfrm>
          <a:prstGeom prst="rect">
            <a:avLst/>
          </a:prstGeom>
          <a:noFill/>
          <a:ln w="0">
            <a:noFill/>
          </a:ln>
        </p:spPr>
        <p:txBody>
          <a:bodyPr anchor="t">
            <a:spAutoFit/>
          </a:bodyPr>
          <a:p>
            <a:pPr algn="just">
              <a:lnSpc>
                <a:spcPct val="100000"/>
              </a:lnSpc>
              <a:tabLst>
                <a:tab pos="630720" algn="l"/>
              </a:tabLst>
            </a:pPr>
            <a:r>
              <a:rPr lang="zh-TW" sz="1800" b="1" u="none" strike="noStrike">
                <a:solidFill>
                  <a:srgbClr val="7F7F7F"/>
                </a:solidFill>
                <a:effectLst/>
                <a:uFillTx/>
                <a:latin typeface="微軟正黑體"/>
                <a:ea typeface="微軟正黑體"/>
              </a:rPr>
              <a:t>（請描述目標產業面臨之挑戰、市場規模、發展趨勢等，包含產值預估或潛在客戶家數等，並以目標客戶的角度說明其痛點或需求如朝國際化發展請加強說明國際市場概況及需求分析）</a:t>
            </a:r>
            <a:endParaRPr lang="en-US" sz="18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1" name="PlaceHolder 1"/>
          <p:cNvSpPr>
            <a:spLocks noGrp="1"/>
          </p:cNvSpPr>
          <p:nvPr>
            <p:ph type="title"/>
          </p:nvPr>
        </p:nvSpPr>
        <p:spPr>
          <a:xfrm>
            <a:off x="380880" y="951480"/>
            <a:ext cx="8229600" cy="648000"/>
          </a:xfrm>
          <a:prstGeom prst="rect">
            <a:avLst/>
          </a:prstGeom>
          <a:noFill/>
          <a:ln w="19080">
            <a:noFill/>
          </a:ln>
        </p:spPr>
        <p:txBody>
          <a:bodyPr lIns="91440" tIns="45720" rIns="91440" bIns="45720" anchor="ctr">
            <a:noAutofit/>
          </a:bodyPr>
          <a:p>
            <a:pPr indent="0" algn="l">
              <a:lnSpc>
                <a:spcPct val="90000"/>
              </a:lnSpc>
              <a:buNone/>
            </a:pPr>
            <a:r>
              <a:rPr lang="en-US" sz="3200" b="1" u="none" strike="noStrike">
                <a:solidFill>
                  <a:srgbClr val="000000"/>
                </a:solidFill>
                <a:effectLst/>
                <a:uFillTx/>
                <a:latin typeface="微軟正黑體"/>
                <a:ea typeface="微軟正黑體"/>
              </a:rPr>
              <a:t>(</a:t>
            </a:r>
            <a:r>
              <a:rPr lang="zh-TW" sz="3200" b="1" u="none" strike="noStrike">
                <a:solidFill>
                  <a:srgbClr val="000000"/>
                </a:solidFill>
                <a:effectLst/>
                <a:uFillTx/>
                <a:latin typeface="微軟正黑體"/>
                <a:ea typeface="微軟正黑體"/>
              </a:rPr>
              <a:t>二</a:t>
            </a:r>
            <a:r>
              <a:rPr lang="en-US" sz="3200" b="1" u="none" strike="noStrike">
                <a:solidFill>
                  <a:srgbClr val="000000"/>
                </a:solidFill>
                <a:effectLst/>
                <a:uFillTx/>
                <a:latin typeface="微軟正黑體"/>
                <a:ea typeface="微軟正黑體"/>
              </a:rPr>
              <a:t>) </a:t>
            </a:r>
            <a:r>
              <a:rPr lang="zh-TW" sz="3200" b="1" u="none" strike="noStrike">
                <a:solidFill>
                  <a:srgbClr val="000000"/>
                </a:solidFill>
                <a:effectLst/>
                <a:uFillTx/>
                <a:latin typeface="微軟正黑體"/>
                <a:ea typeface="微軟正黑體"/>
              </a:rPr>
              <a:t>預計開發之</a:t>
            </a:r>
            <a:r>
              <a:rPr lang="en-US" sz="3200" b="1" u="none" strike="noStrike">
                <a:solidFill>
                  <a:srgbClr val="000000"/>
                </a:solidFill>
                <a:effectLst/>
                <a:uFillTx/>
                <a:latin typeface="微軟正黑體"/>
                <a:ea typeface="微軟正黑體"/>
              </a:rPr>
              <a:t>AI/AI agent</a:t>
            </a:r>
            <a:r>
              <a:rPr lang="zh-TW" sz="3200" b="1" u="none" strike="noStrike">
                <a:solidFill>
                  <a:srgbClr val="000000"/>
                </a:solidFill>
                <a:effectLst/>
                <a:uFillTx/>
                <a:latin typeface="微軟正黑體"/>
                <a:ea typeface="微軟正黑體"/>
              </a:rPr>
              <a:t>服務</a:t>
            </a:r>
            <a:endParaRPr lang="en-US" sz="3200" b="0" u="none" strike="noStrike">
              <a:solidFill>
                <a:srgbClr val="000000"/>
              </a:solidFill>
              <a:effectLst/>
              <a:uFillTx/>
              <a:latin typeface="Arial"/>
            </a:endParaRPr>
          </a:p>
        </p:txBody>
      </p:sp>
      <p:sp>
        <p:nvSpPr>
          <p:cNvPr id="102" name="投影片編號版面配置區 5"/>
          <p:cNvSpPr txBox="1"/>
          <p:nvPr/>
        </p:nvSpPr>
        <p:spPr>
          <a:xfrm>
            <a:off x="9448920" y="6500160"/>
            <a:ext cx="2743200" cy="365040"/>
          </a:xfrm>
          <a:prstGeom prst="rect">
            <a:avLst/>
          </a:prstGeom>
          <a:noFill/>
          <a:ln w="0">
            <a:noFill/>
          </a:ln>
        </p:spPr>
        <p:txBody>
          <a:bodyPr anchor="t">
            <a:noAutofit/>
          </a:bodyPr>
          <a:p>
            <a:pPr algn="r">
              <a:lnSpc>
                <a:spcPct val="100000"/>
              </a:lnSpc>
            </a:pPr>
            <a:fld id="{A9B22CB6-0F1B-491D-909C-F30D605C238E}" type="slidenum">
              <a:rPr lang="en-US" sz="1800" b="0" u="none" strike="noStrike">
                <a:solidFill>
                  <a:srgbClr val="000000"/>
                </a:solidFill>
                <a:effectLst/>
                <a:uFillTx/>
                <a:latin typeface="Aptos"/>
                <a:ea typeface="新細明體"/>
              </a:rPr>
              <a:t>9</a:t>
            </a:fld>
            <a:endParaRPr lang="en-US" sz="1800" b="0" u="none" strike="noStrike">
              <a:solidFill>
                <a:srgbClr val="000000"/>
              </a:solidFill>
              <a:effectLst/>
              <a:uFillTx/>
              <a:latin typeface="Arial"/>
            </a:endParaRPr>
          </a:p>
        </p:txBody>
      </p:sp>
      <p:sp>
        <p:nvSpPr>
          <p:cNvPr id="103" name="標題 1"/>
          <p:cNvSpPr txBox="1"/>
          <p:nvPr/>
        </p:nvSpPr>
        <p:spPr>
          <a:xfrm>
            <a:off x="1981080" y="116640"/>
            <a:ext cx="8229600" cy="921960"/>
          </a:xfrm>
          <a:prstGeom prst="rect">
            <a:avLst/>
          </a:prstGeom>
          <a:noFill/>
          <a:ln w="0">
            <a:noFill/>
          </a:ln>
        </p:spPr>
        <p:txBody>
          <a:bodyPr anchor="ctr" anchorCtr="1">
            <a:normAutofit/>
          </a:bodyPr>
          <a:p>
            <a:pPr algn="ctr">
              <a:lnSpc>
                <a:spcPct val="100000"/>
              </a:lnSpc>
            </a:pPr>
            <a:r>
              <a:rPr lang="zh-TW" sz="3600" b="1" u="none" strike="noStrike">
                <a:solidFill>
                  <a:srgbClr val="C00000"/>
                </a:solidFill>
                <a:effectLst/>
                <a:uFillTx/>
                <a:latin typeface="微軟正黑體"/>
                <a:ea typeface="微軟正黑體"/>
              </a:rPr>
              <a:t>三、目標市場需求評估</a:t>
            </a:r>
            <a:endParaRPr lang="en-US" sz="3600" b="0" u="none" strike="noStrike">
              <a:solidFill>
                <a:srgbClr val="000000"/>
              </a:solidFill>
              <a:effectLst/>
              <a:uFillTx/>
              <a:latin typeface="Arial"/>
            </a:endParaRPr>
          </a:p>
        </p:txBody>
      </p:sp>
      <p:sp>
        <p:nvSpPr>
          <p:cNvPr id="104" name="文字方塊 5"/>
          <p:cNvSpPr txBox="1"/>
          <p:nvPr/>
        </p:nvSpPr>
        <p:spPr>
          <a:xfrm>
            <a:off x="1153080" y="1595520"/>
            <a:ext cx="10391760" cy="646200"/>
          </a:xfrm>
          <a:prstGeom prst="rect">
            <a:avLst/>
          </a:prstGeom>
          <a:noFill/>
          <a:ln w="0">
            <a:noFill/>
          </a:ln>
        </p:spPr>
        <p:txBody>
          <a:bodyPr anchor="t">
            <a:spAutoFit/>
          </a:bodyPr>
          <a:p>
            <a:pPr algn="just">
              <a:lnSpc>
                <a:spcPct val="100000"/>
              </a:lnSpc>
              <a:tabLst>
                <a:tab pos="630720" algn="l"/>
              </a:tabLst>
            </a:pPr>
            <a:r>
              <a:rPr lang="zh-TW" sz="1800" b="1" u="none" strike="noStrike">
                <a:solidFill>
                  <a:srgbClr val="7F7F7F"/>
                </a:solidFill>
                <a:effectLst/>
                <a:uFillTx/>
                <a:latin typeface="微軟正黑體"/>
                <a:ea typeface="微軟正黑體"/>
              </a:rPr>
              <a:t>（根據產業痛點分析提出</a:t>
            </a:r>
            <a:r>
              <a:rPr lang="en-US" sz="1800" b="1" u="none" strike="noStrike">
                <a:solidFill>
                  <a:srgbClr val="7F7F7F"/>
                </a:solidFill>
                <a:effectLst/>
                <a:uFillTx/>
                <a:latin typeface="微軟正黑體"/>
                <a:ea typeface="微軟正黑體"/>
              </a:rPr>
              <a:t>AI</a:t>
            </a:r>
            <a:r>
              <a:rPr lang="zh-TW" sz="1800" b="1" u="none" strike="noStrike">
                <a:solidFill>
                  <a:srgbClr val="7F7F7F"/>
                </a:solidFill>
                <a:effectLst/>
                <a:uFillTx/>
                <a:latin typeface="微軟正黑體"/>
                <a:ea typeface="微軟正黑體"/>
              </a:rPr>
              <a:t>解決方案，輔以系統功能架構圖表示，說明本計畫預計開發的服務內容，內容須可扣合產業痛點）</a:t>
            </a:r>
            <a:endParaRPr lang="en-US" sz="18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5" name="PlaceHolder 1"/>
          <p:cNvSpPr>
            <a:spLocks noGrp="1"/>
          </p:cNvSpPr>
          <p:nvPr>
            <p:ph type="title"/>
          </p:nvPr>
        </p:nvSpPr>
        <p:spPr>
          <a:xfrm>
            <a:off x="380880" y="951480"/>
            <a:ext cx="8229600" cy="648000"/>
          </a:xfrm>
          <a:prstGeom prst="rect">
            <a:avLst/>
          </a:prstGeom>
          <a:noFill/>
          <a:ln w="19080">
            <a:noFill/>
          </a:ln>
        </p:spPr>
        <p:txBody>
          <a:bodyPr lIns="91440" tIns="45720" rIns="91440" bIns="45720" anchor="ctr">
            <a:noAutofit/>
          </a:bodyPr>
          <a:p>
            <a:pPr indent="0" algn="l">
              <a:lnSpc>
                <a:spcPct val="90000"/>
              </a:lnSpc>
              <a:buNone/>
            </a:pPr>
            <a:r>
              <a:rPr lang="en-US" sz="3200" b="1" u="none" strike="noStrike">
                <a:solidFill>
                  <a:srgbClr val="000000"/>
                </a:solidFill>
                <a:effectLst/>
                <a:uFillTx/>
                <a:latin typeface="微軟正黑體"/>
                <a:ea typeface="微軟正黑體"/>
              </a:rPr>
              <a:t>(</a:t>
            </a:r>
            <a:r>
              <a:rPr lang="zh-TW" sz="3200" b="1" u="none" strike="noStrike">
                <a:solidFill>
                  <a:srgbClr val="000000"/>
                </a:solidFill>
                <a:effectLst/>
                <a:uFillTx/>
                <a:latin typeface="微軟正黑體"/>
                <a:ea typeface="微軟正黑體"/>
              </a:rPr>
              <a:t>一</a:t>
            </a:r>
            <a:r>
              <a:rPr lang="en-US" sz="3200" b="1" u="none" strike="noStrike">
                <a:solidFill>
                  <a:srgbClr val="000000"/>
                </a:solidFill>
                <a:effectLst/>
                <a:uFillTx/>
                <a:latin typeface="微軟正黑體"/>
                <a:ea typeface="微軟正黑體"/>
              </a:rPr>
              <a:t>) AI</a:t>
            </a:r>
            <a:r>
              <a:rPr lang="zh-TW" sz="3200" b="1" u="none" strike="noStrike">
                <a:solidFill>
                  <a:srgbClr val="000000"/>
                </a:solidFill>
                <a:effectLst/>
                <a:uFillTx/>
                <a:latin typeface="微軟正黑體"/>
                <a:ea typeface="微軟正黑體"/>
              </a:rPr>
              <a:t>技術之服務應用情境及說明</a:t>
            </a:r>
            <a:endParaRPr lang="en-US" sz="3200" b="0" u="none" strike="noStrike">
              <a:solidFill>
                <a:srgbClr val="000000"/>
              </a:solidFill>
              <a:effectLst/>
              <a:uFillTx/>
              <a:latin typeface="Arial"/>
            </a:endParaRPr>
          </a:p>
        </p:txBody>
      </p:sp>
      <p:sp>
        <p:nvSpPr>
          <p:cNvPr id="106" name="投影片編號版面配置區 5"/>
          <p:cNvSpPr txBox="1"/>
          <p:nvPr/>
        </p:nvSpPr>
        <p:spPr>
          <a:xfrm>
            <a:off x="9448920" y="6500160"/>
            <a:ext cx="2743200" cy="365040"/>
          </a:xfrm>
          <a:prstGeom prst="rect">
            <a:avLst/>
          </a:prstGeom>
          <a:noFill/>
          <a:ln w="0">
            <a:noFill/>
          </a:ln>
        </p:spPr>
        <p:txBody>
          <a:bodyPr anchor="t">
            <a:noAutofit/>
          </a:bodyPr>
          <a:p>
            <a:pPr algn="r">
              <a:lnSpc>
                <a:spcPct val="100000"/>
              </a:lnSpc>
            </a:pPr>
            <a:fld id="{E0A1C1FF-1E73-436C-8D2F-5814CDBE6BE3}" type="slidenum">
              <a:rPr lang="en-US" sz="1800" b="0" u="none" strike="noStrike">
                <a:solidFill>
                  <a:srgbClr val="000000"/>
                </a:solidFill>
                <a:effectLst/>
                <a:uFillTx/>
                <a:latin typeface="Aptos"/>
                <a:ea typeface="新細明體"/>
              </a:rPr>
              <a:t>10</a:t>
            </a:fld>
            <a:endParaRPr lang="en-US" sz="1800" b="0" u="none" strike="noStrike">
              <a:solidFill>
                <a:srgbClr val="000000"/>
              </a:solidFill>
              <a:effectLst/>
              <a:uFillTx/>
              <a:latin typeface="Arial"/>
            </a:endParaRPr>
          </a:p>
        </p:txBody>
      </p:sp>
      <p:sp>
        <p:nvSpPr>
          <p:cNvPr id="107" name="標題 1"/>
          <p:cNvSpPr txBox="1"/>
          <p:nvPr/>
        </p:nvSpPr>
        <p:spPr>
          <a:xfrm>
            <a:off x="1981080" y="116640"/>
            <a:ext cx="8229600" cy="921960"/>
          </a:xfrm>
          <a:prstGeom prst="rect">
            <a:avLst/>
          </a:prstGeom>
          <a:noFill/>
          <a:ln w="0">
            <a:noFill/>
          </a:ln>
        </p:spPr>
        <p:txBody>
          <a:bodyPr anchor="ctr" anchorCtr="1">
            <a:normAutofit/>
          </a:bodyPr>
          <a:p>
            <a:pPr algn="ctr">
              <a:lnSpc>
                <a:spcPct val="100000"/>
              </a:lnSpc>
            </a:pPr>
            <a:r>
              <a:rPr lang="zh-TW" sz="3600" b="1" u="none" strike="noStrike">
                <a:solidFill>
                  <a:srgbClr val="C00000"/>
                </a:solidFill>
                <a:effectLst/>
                <a:uFillTx/>
                <a:latin typeface="微軟正黑體"/>
                <a:ea typeface="微軟正黑體"/>
              </a:rPr>
              <a:t>四</a:t>
            </a:r>
            <a:r>
              <a:rPr lang="zh-TW" sz="3600" b="1" u="none" strike="noStrike">
                <a:solidFill>
                  <a:srgbClr val="C00000"/>
                </a:solidFill>
                <a:effectLst/>
                <a:uFillTx/>
                <a:latin typeface="微軟正黑體"/>
                <a:ea typeface="微軟正黑體"/>
              </a:rPr>
              <a:t>、計畫創新性</a:t>
            </a:r>
            <a:endParaRPr lang="en-US" sz="3600" b="0" u="none" strike="noStrike">
              <a:solidFill>
                <a:srgbClr val="000000"/>
              </a:solidFill>
              <a:effectLst/>
              <a:uFillTx/>
              <a:latin typeface="Arial"/>
            </a:endParaRPr>
          </a:p>
        </p:txBody>
      </p:sp>
      <p:sp>
        <p:nvSpPr>
          <p:cNvPr id="108" name="文字方塊 5"/>
          <p:cNvSpPr txBox="1"/>
          <p:nvPr/>
        </p:nvSpPr>
        <p:spPr>
          <a:xfrm>
            <a:off x="1040400" y="1599480"/>
            <a:ext cx="10770840" cy="923400"/>
          </a:xfrm>
          <a:prstGeom prst="rect">
            <a:avLst/>
          </a:prstGeom>
          <a:noFill/>
          <a:ln w="0">
            <a:noFill/>
          </a:ln>
        </p:spPr>
        <p:txBody>
          <a:bodyPr anchor="t">
            <a:spAutoFit/>
          </a:bodyPr>
          <a:p>
            <a:pPr algn="just">
              <a:lnSpc>
                <a:spcPct val="100000"/>
              </a:lnSpc>
              <a:tabLst>
                <a:tab pos="630720" algn="l"/>
              </a:tabLst>
            </a:pPr>
            <a:r>
              <a:rPr lang="zh-TW" sz="1800" b="1" u="none" strike="noStrike">
                <a:solidFill>
                  <a:srgbClr val="7F7F7F"/>
                </a:solidFill>
                <a:effectLst/>
                <a:uFillTx/>
                <a:latin typeface="微軟正黑體"/>
                <a:ea typeface="微軟正黑體"/>
              </a:rPr>
              <a:t>（須具體提出</a:t>
            </a:r>
            <a:r>
              <a:rPr lang="en-US" sz="1800" b="1" u="none" strike="noStrike">
                <a:solidFill>
                  <a:srgbClr val="7F7F7F"/>
                </a:solidFill>
                <a:effectLst/>
                <a:uFillTx/>
                <a:latin typeface="微軟正黑體"/>
                <a:ea typeface="微軟正黑體"/>
              </a:rPr>
              <a:t>AI</a:t>
            </a:r>
            <a:r>
              <a:rPr lang="zh-TW" sz="1800" b="1" u="none" strike="noStrike">
                <a:solidFill>
                  <a:srgbClr val="7F7F7F"/>
                </a:solidFill>
                <a:effectLst/>
                <a:uFillTx/>
                <a:latin typeface="微軟正黑體"/>
                <a:ea typeface="微軟正黑體"/>
              </a:rPr>
              <a:t>技術內涵，說明所使用的核心模型或演算法（例如深度學習、語言模型，須說明模型名稱、版本、效能、運作環境及適用範圍等），所提供的主要功能（如辨識、預測、生成或自主決策等智慧功能等），以及實際應用於哪些營運流程或管理情境中。）</a:t>
            </a:r>
            <a:endParaRPr lang="en-US" sz="18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9" name="PlaceHolder 1"/>
          <p:cNvSpPr>
            <a:spLocks noGrp="1"/>
          </p:cNvSpPr>
          <p:nvPr>
            <p:ph type="title"/>
          </p:nvPr>
        </p:nvSpPr>
        <p:spPr>
          <a:xfrm>
            <a:off x="380880" y="951480"/>
            <a:ext cx="8229600" cy="648000"/>
          </a:xfrm>
          <a:prstGeom prst="rect">
            <a:avLst/>
          </a:prstGeom>
          <a:noFill/>
          <a:ln w="19080">
            <a:noFill/>
          </a:ln>
        </p:spPr>
        <p:txBody>
          <a:bodyPr lIns="91440" tIns="45720" rIns="91440" bIns="45720" anchor="ctr">
            <a:noAutofit/>
          </a:bodyPr>
          <a:p>
            <a:pPr indent="0" algn="l">
              <a:lnSpc>
                <a:spcPct val="90000"/>
              </a:lnSpc>
              <a:buNone/>
            </a:pPr>
            <a:r>
              <a:rPr lang="en-US" sz="3200" b="1" u="none" strike="noStrike">
                <a:solidFill>
                  <a:srgbClr val="000000"/>
                </a:solidFill>
                <a:effectLst/>
                <a:uFillTx/>
                <a:latin typeface="微軟正黑體"/>
                <a:ea typeface="微軟正黑體"/>
              </a:rPr>
              <a:t>(</a:t>
            </a:r>
            <a:r>
              <a:rPr lang="zh-TW" sz="3200" b="1" u="none" strike="noStrike">
                <a:solidFill>
                  <a:srgbClr val="000000"/>
                </a:solidFill>
                <a:effectLst/>
                <a:uFillTx/>
                <a:latin typeface="微軟正黑體"/>
                <a:ea typeface="微軟正黑體"/>
              </a:rPr>
              <a:t>二</a:t>
            </a:r>
            <a:r>
              <a:rPr lang="en-US" sz="3200" b="1" u="none" strike="noStrike">
                <a:solidFill>
                  <a:srgbClr val="000000"/>
                </a:solidFill>
                <a:effectLst/>
                <a:uFillTx/>
                <a:latin typeface="微軟正黑體"/>
                <a:ea typeface="微軟正黑體"/>
              </a:rPr>
              <a:t>) </a:t>
            </a:r>
            <a:r>
              <a:rPr lang="zh-TW" sz="3200" b="1" u="none" strike="noStrike">
                <a:solidFill>
                  <a:srgbClr val="000000"/>
                </a:solidFill>
                <a:effectLst/>
                <a:uFillTx/>
                <a:latin typeface="微軟正黑體"/>
                <a:ea typeface="微軟正黑體"/>
              </a:rPr>
              <a:t>服務之功能規格及技術說明</a:t>
            </a:r>
            <a:endParaRPr lang="en-US" sz="3200" b="0" u="none" strike="noStrike">
              <a:solidFill>
                <a:srgbClr val="000000"/>
              </a:solidFill>
              <a:effectLst/>
              <a:uFillTx/>
              <a:latin typeface="Arial"/>
            </a:endParaRPr>
          </a:p>
        </p:txBody>
      </p:sp>
      <p:sp>
        <p:nvSpPr>
          <p:cNvPr id="110" name="投影片編號版面配置區 5"/>
          <p:cNvSpPr txBox="1"/>
          <p:nvPr/>
        </p:nvSpPr>
        <p:spPr>
          <a:xfrm>
            <a:off x="9448920" y="6500160"/>
            <a:ext cx="2743200" cy="365040"/>
          </a:xfrm>
          <a:prstGeom prst="rect">
            <a:avLst/>
          </a:prstGeom>
          <a:noFill/>
          <a:ln w="0">
            <a:noFill/>
          </a:ln>
        </p:spPr>
        <p:txBody>
          <a:bodyPr anchor="t">
            <a:noAutofit/>
          </a:bodyPr>
          <a:p>
            <a:pPr algn="r">
              <a:lnSpc>
                <a:spcPct val="100000"/>
              </a:lnSpc>
            </a:pPr>
            <a:fld id="{A80E14DE-8508-43A6-BB33-8B4133C06FF5}" type="slidenum">
              <a:rPr lang="en-US" sz="1800" b="0" u="none" strike="noStrike">
                <a:solidFill>
                  <a:srgbClr val="000000"/>
                </a:solidFill>
                <a:effectLst/>
                <a:uFillTx/>
                <a:latin typeface="Aptos"/>
                <a:ea typeface="新細明體"/>
              </a:rPr>
              <a:t>11</a:t>
            </a:fld>
            <a:endParaRPr lang="en-US" sz="1800" b="0" u="none" strike="noStrike">
              <a:solidFill>
                <a:srgbClr val="000000"/>
              </a:solidFill>
              <a:effectLst/>
              <a:uFillTx/>
              <a:latin typeface="Arial"/>
            </a:endParaRPr>
          </a:p>
        </p:txBody>
      </p:sp>
      <p:sp>
        <p:nvSpPr>
          <p:cNvPr id="111" name="標題 1"/>
          <p:cNvSpPr txBox="1"/>
          <p:nvPr/>
        </p:nvSpPr>
        <p:spPr>
          <a:xfrm>
            <a:off x="1981080" y="116640"/>
            <a:ext cx="8229600" cy="921960"/>
          </a:xfrm>
          <a:prstGeom prst="rect">
            <a:avLst/>
          </a:prstGeom>
          <a:noFill/>
          <a:ln w="0">
            <a:noFill/>
          </a:ln>
        </p:spPr>
        <p:txBody>
          <a:bodyPr anchor="ctr" anchorCtr="1">
            <a:normAutofit/>
          </a:bodyPr>
          <a:p>
            <a:pPr algn="ctr">
              <a:lnSpc>
                <a:spcPct val="100000"/>
              </a:lnSpc>
            </a:pPr>
            <a:r>
              <a:rPr lang="zh-TW" sz="3600" b="1" u="none" strike="noStrike">
                <a:solidFill>
                  <a:srgbClr val="C00000"/>
                </a:solidFill>
                <a:effectLst/>
                <a:uFillTx/>
                <a:latin typeface="微軟正黑體"/>
                <a:ea typeface="微軟正黑體"/>
              </a:rPr>
              <a:t>四</a:t>
            </a:r>
            <a:r>
              <a:rPr lang="zh-TW" sz="3600" b="1" u="none" strike="noStrike">
                <a:solidFill>
                  <a:srgbClr val="C00000"/>
                </a:solidFill>
                <a:effectLst/>
                <a:uFillTx/>
                <a:latin typeface="微軟正黑體"/>
                <a:ea typeface="微軟正黑體"/>
              </a:rPr>
              <a:t>、計畫創新性</a:t>
            </a:r>
            <a:endParaRPr lang="en-US" sz="3600" b="0" u="none" strike="noStrike">
              <a:solidFill>
                <a:srgbClr val="000000"/>
              </a:solidFill>
              <a:effectLst/>
              <a:uFillTx/>
              <a:latin typeface="Arial"/>
            </a:endParaRPr>
          </a:p>
        </p:txBody>
      </p:sp>
      <p:sp>
        <p:nvSpPr>
          <p:cNvPr id="112" name="文字方塊 5"/>
          <p:cNvSpPr txBox="1"/>
          <p:nvPr/>
        </p:nvSpPr>
        <p:spPr>
          <a:xfrm>
            <a:off x="1115640" y="1595520"/>
            <a:ext cx="10391760" cy="923400"/>
          </a:xfrm>
          <a:prstGeom prst="rect">
            <a:avLst/>
          </a:prstGeom>
          <a:noFill/>
          <a:ln w="0">
            <a:noFill/>
          </a:ln>
        </p:spPr>
        <p:txBody>
          <a:bodyPr anchor="t">
            <a:spAutoFit/>
          </a:bodyPr>
          <a:p>
            <a:pPr algn="just">
              <a:lnSpc>
                <a:spcPct val="100000"/>
              </a:lnSpc>
              <a:tabLst>
                <a:tab pos="630720" algn="l"/>
              </a:tabLst>
            </a:pPr>
            <a:r>
              <a:rPr lang="zh-TW" sz="1800" b="1" u="none" strike="noStrike">
                <a:solidFill>
                  <a:srgbClr val="7F7F7F"/>
                </a:solidFill>
                <a:effectLst/>
                <a:uFillTx/>
                <a:latin typeface="微軟正黑體"/>
                <a:ea typeface="微軟正黑體"/>
              </a:rPr>
              <a:t>（說明</a:t>
            </a:r>
            <a:r>
              <a:rPr lang="en-US" sz="1800" b="1" u="none" strike="noStrike">
                <a:solidFill>
                  <a:srgbClr val="7F7F7F"/>
                </a:solidFill>
                <a:effectLst/>
                <a:uFillTx/>
                <a:latin typeface="微軟正黑體"/>
                <a:ea typeface="微軟正黑體"/>
              </a:rPr>
              <a:t>AI</a:t>
            </a:r>
            <a:r>
              <a:rPr lang="zh-TW" sz="1800" b="1" u="none" strike="noStrike">
                <a:solidFill>
                  <a:srgbClr val="7F7F7F"/>
                </a:solidFill>
                <a:effectLst/>
                <a:uFillTx/>
                <a:latin typeface="微軟正黑體"/>
                <a:ea typeface="微軟正黑體"/>
              </a:rPr>
              <a:t>服務的技術架構，須有架構圖與服務模組等內容，包含環境部署的架構設計圖、功能規格（技術指標）說明、管理機制等，須以標準化架構設計之</a:t>
            </a:r>
            <a:r>
              <a:rPr lang="en-US" sz="1800" b="1" u="none" strike="noStrike">
                <a:solidFill>
                  <a:srgbClr val="7F7F7F"/>
                </a:solidFill>
                <a:effectLst/>
                <a:uFillTx/>
                <a:latin typeface="微軟正黑體"/>
                <a:ea typeface="微軟正黑體"/>
              </a:rPr>
              <a:t>AI</a:t>
            </a:r>
            <a:r>
              <a:rPr lang="zh-TW" sz="1800" b="1" u="none" strike="noStrike">
                <a:solidFill>
                  <a:srgbClr val="7F7F7F"/>
                </a:solidFill>
                <a:effectLst/>
                <a:uFillTx/>
                <a:latin typeface="微軟正黑體"/>
                <a:ea typeface="微軟正黑體"/>
              </a:rPr>
              <a:t>服務，具備可重複部署與可規模化擴展之特性）</a:t>
            </a:r>
            <a:endParaRPr lang="en-US" sz="18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3" name="PlaceHolder 1"/>
          <p:cNvSpPr>
            <a:spLocks noGrp="1"/>
          </p:cNvSpPr>
          <p:nvPr>
            <p:ph type="title"/>
          </p:nvPr>
        </p:nvSpPr>
        <p:spPr>
          <a:xfrm>
            <a:off x="380880" y="951480"/>
            <a:ext cx="8229600" cy="648000"/>
          </a:xfrm>
          <a:prstGeom prst="rect">
            <a:avLst/>
          </a:prstGeom>
          <a:noFill/>
          <a:ln w="19080">
            <a:noFill/>
          </a:ln>
        </p:spPr>
        <p:txBody>
          <a:bodyPr lIns="91440" tIns="45720" rIns="91440" bIns="45720" anchor="ctr">
            <a:noAutofit/>
          </a:bodyPr>
          <a:p>
            <a:pPr indent="0" algn="l">
              <a:lnSpc>
                <a:spcPct val="90000"/>
              </a:lnSpc>
              <a:buNone/>
            </a:pPr>
            <a:r>
              <a:rPr lang="en-US" sz="3200" b="1" u="none" strike="noStrike">
                <a:solidFill>
                  <a:srgbClr val="000000"/>
                </a:solidFill>
                <a:effectLst/>
                <a:uFillTx/>
                <a:latin typeface="微軟正黑體"/>
                <a:ea typeface="微軟正黑體"/>
              </a:rPr>
              <a:t>(</a:t>
            </a:r>
            <a:r>
              <a:rPr lang="zh-TW" sz="3200" b="1" u="none" strike="noStrike">
                <a:solidFill>
                  <a:srgbClr val="000000"/>
                </a:solidFill>
                <a:effectLst/>
                <a:uFillTx/>
                <a:latin typeface="微軟正黑體"/>
                <a:ea typeface="微軟正黑體"/>
              </a:rPr>
              <a:t>三</a:t>
            </a:r>
            <a:r>
              <a:rPr lang="en-US" sz="3200" b="1" u="none" strike="noStrike">
                <a:solidFill>
                  <a:srgbClr val="000000"/>
                </a:solidFill>
                <a:effectLst/>
                <a:uFillTx/>
                <a:latin typeface="微軟正黑體"/>
                <a:ea typeface="微軟正黑體"/>
              </a:rPr>
              <a:t>) </a:t>
            </a:r>
            <a:r>
              <a:rPr lang="zh-TW" sz="3200" b="1" u="none" strike="noStrike">
                <a:solidFill>
                  <a:srgbClr val="000000"/>
                </a:solidFill>
                <a:effectLst/>
                <a:uFillTx/>
                <a:latin typeface="微軟正黑體"/>
                <a:ea typeface="微軟正黑體"/>
              </a:rPr>
              <a:t>計畫執行前後之差異性</a:t>
            </a:r>
            <a:endParaRPr lang="en-US" sz="3200" b="0" u="none" strike="noStrike">
              <a:solidFill>
                <a:srgbClr val="000000"/>
              </a:solidFill>
              <a:effectLst/>
              <a:uFillTx/>
              <a:latin typeface="Arial"/>
            </a:endParaRPr>
          </a:p>
        </p:txBody>
      </p:sp>
      <p:sp>
        <p:nvSpPr>
          <p:cNvPr id="114" name="投影片編號版面配置區 5"/>
          <p:cNvSpPr txBox="1"/>
          <p:nvPr/>
        </p:nvSpPr>
        <p:spPr>
          <a:xfrm>
            <a:off x="9448920" y="6500160"/>
            <a:ext cx="2743200" cy="365040"/>
          </a:xfrm>
          <a:prstGeom prst="rect">
            <a:avLst/>
          </a:prstGeom>
          <a:noFill/>
          <a:ln w="0">
            <a:noFill/>
          </a:ln>
        </p:spPr>
        <p:txBody>
          <a:bodyPr anchor="t">
            <a:noAutofit/>
          </a:bodyPr>
          <a:p>
            <a:pPr algn="r">
              <a:lnSpc>
                <a:spcPct val="100000"/>
              </a:lnSpc>
            </a:pPr>
            <a:fld id="{73C4F8A6-CA52-4C05-828A-5FF6D540A2B4}" type="slidenum">
              <a:rPr lang="en-US" sz="1800" b="0" u="none" strike="noStrike">
                <a:solidFill>
                  <a:srgbClr val="000000"/>
                </a:solidFill>
                <a:effectLst/>
                <a:uFillTx/>
                <a:latin typeface="Aptos"/>
                <a:ea typeface="新細明體"/>
              </a:rPr>
              <a:t>12</a:t>
            </a:fld>
            <a:endParaRPr lang="en-US" sz="1800" b="0" u="none" strike="noStrike">
              <a:solidFill>
                <a:srgbClr val="000000"/>
              </a:solidFill>
              <a:effectLst/>
              <a:uFillTx/>
              <a:latin typeface="Arial"/>
            </a:endParaRPr>
          </a:p>
        </p:txBody>
      </p:sp>
      <p:sp>
        <p:nvSpPr>
          <p:cNvPr id="115" name="標題 1"/>
          <p:cNvSpPr txBox="1"/>
          <p:nvPr/>
        </p:nvSpPr>
        <p:spPr>
          <a:xfrm>
            <a:off x="1981080" y="116640"/>
            <a:ext cx="8229600" cy="921960"/>
          </a:xfrm>
          <a:prstGeom prst="rect">
            <a:avLst/>
          </a:prstGeom>
          <a:noFill/>
          <a:ln w="0">
            <a:noFill/>
          </a:ln>
        </p:spPr>
        <p:txBody>
          <a:bodyPr anchor="ctr" anchorCtr="1">
            <a:normAutofit/>
          </a:bodyPr>
          <a:p>
            <a:pPr algn="ctr">
              <a:lnSpc>
                <a:spcPct val="100000"/>
              </a:lnSpc>
            </a:pPr>
            <a:r>
              <a:rPr lang="zh-TW" sz="3600" b="1" u="none" strike="noStrike">
                <a:solidFill>
                  <a:srgbClr val="C00000"/>
                </a:solidFill>
                <a:effectLst/>
                <a:uFillTx/>
                <a:latin typeface="微軟正黑體"/>
                <a:ea typeface="微軟正黑體"/>
              </a:rPr>
              <a:t>四</a:t>
            </a:r>
            <a:r>
              <a:rPr lang="zh-TW" sz="3600" b="1" u="none" strike="noStrike">
                <a:solidFill>
                  <a:srgbClr val="C00000"/>
                </a:solidFill>
                <a:effectLst/>
                <a:uFillTx/>
                <a:latin typeface="微軟正黑體"/>
                <a:ea typeface="微軟正黑體"/>
              </a:rPr>
              <a:t>、計畫創新性</a:t>
            </a:r>
            <a:endParaRPr lang="en-US" sz="3600" b="0" u="none" strike="noStrike">
              <a:solidFill>
                <a:srgbClr val="000000"/>
              </a:solidFill>
              <a:effectLst/>
              <a:uFillTx/>
              <a:latin typeface="Arial"/>
            </a:endParaRPr>
          </a:p>
        </p:txBody>
      </p:sp>
      <p:sp>
        <p:nvSpPr>
          <p:cNvPr id="116" name="文字方塊 5"/>
          <p:cNvSpPr txBox="1"/>
          <p:nvPr/>
        </p:nvSpPr>
        <p:spPr>
          <a:xfrm>
            <a:off x="1090440" y="1595520"/>
            <a:ext cx="10391760" cy="348840"/>
          </a:xfrm>
          <a:prstGeom prst="rect">
            <a:avLst/>
          </a:prstGeom>
          <a:noFill/>
          <a:ln w="0">
            <a:noFill/>
          </a:ln>
        </p:spPr>
        <p:txBody>
          <a:bodyPr anchor="t">
            <a:spAutoFit/>
          </a:bodyPr>
          <a:p>
            <a:pPr algn="just">
              <a:lnSpc>
                <a:spcPts val="2001"/>
              </a:lnSpc>
              <a:tabLst>
                <a:tab pos="630720" algn="l"/>
              </a:tabLst>
            </a:pPr>
            <a:r>
              <a:rPr lang="zh-TW" sz="1800" b="1" u="none" strike="noStrike">
                <a:solidFill>
                  <a:srgbClr val="7F7F7F"/>
                </a:solidFill>
                <a:effectLst/>
                <a:uFillTx/>
                <a:latin typeface="微軟正黑體"/>
                <a:ea typeface="微軟正黑體"/>
              </a:rPr>
              <a:t>（預計應用領域及導入後之效益說明，並輔以</a:t>
            </a:r>
            <a:r>
              <a:rPr lang="en-US" sz="1800" b="1" u="none" strike="noStrike">
                <a:solidFill>
                  <a:srgbClr val="7F7F7F"/>
                </a:solidFill>
                <a:effectLst/>
                <a:uFillTx/>
                <a:latin typeface="微軟正黑體"/>
                <a:ea typeface="微軟正黑體"/>
              </a:rPr>
              <a:t>AS-IS</a:t>
            </a:r>
            <a:r>
              <a:rPr lang="zh-TW" sz="1800" b="1" u="none" strike="noStrike">
                <a:solidFill>
                  <a:srgbClr val="7F7F7F"/>
                </a:solidFill>
                <a:effectLst/>
                <a:uFillTx/>
                <a:latin typeface="微軟正黑體"/>
                <a:ea typeface="微軟正黑體"/>
              </a:rPr>
              <a:t>、</a:t>
            </a:r>
            <a:r>
              <a:rPr lang="en-US" sz="1800" b="1" u="none" strike="noStrike">
                <a:solidFill>
                  <a:srgbClr val="7F7F7F"/>
                </a:solidFill>
                <a:effectLst/>
                <a:uFillTx/>
                <a:latin typeface="微軟正黑體"/>
                <a:ea typeface="微軟正黑體"/>
              </a:rPr>
              <a:t>TO-BE</a:t>
            </a:r>
            <a:r>
              <a:rPr lang="zh-TW" sz="1800" b="1" u="none" strike="noStrike">
                <a:solidFill>
                  <a:srgbClr val="7F7F7F"/>
                </a:solidFill>
                <a:effectLst/>
                <a:uFillTx/>
                <a:latin typeface="微軟正黑體"/>
                <a:ea typeface="微軟正黑體"/>
              </a:rPr>
              <a:t>說明）</a:t>
            </a:r>
            <a:endParaRPr lang="en-US" sz="18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7" name="投影片編號版面配置區 59"/>
          <p:cNvSpPr txBox="1"/>
          <p:nvPr/>
        </p:nvSpPr>
        <p:spPr>
          <a:xfrm>
            <a:off x="9448920" y="6500160"/>
            <a:ext cx="2743200" cy="365040"/>
          </a:xfrm>
          <a:prstGeom prst="rect">
            <a:avLst/>
          </a:prstGeom>
          <a:noFill/>
          <a:ln w="0">
            <a:noFill/>
          </a:ln>
        </p:spPr>
        <p:txBody>
          <a:bodyPr anchor="t">
            <a:noAutofit/>
          </a:bodyPr>
          <a:p>
            <a:pPr algn="r">
              <a:lnSpc>
                <a:spcPct val="100000"/>
              </a:lnSpc>
            </a:pPr>
            <a:fld id="{7BD13AAA-D9EF-4187-9B5B-5492B54B265C}" type="slidenum">
              <a:rPr lang="en-US" sz="1000" b="0" u="none" strike="noStrike">
                <a:solidFill>
                  <a:srgbClr val="000000"/>
                </a:solidFill>
                <a:effectLst/>
                <a:uFillTx/>
                <a:latin typeface="微軟正黑體"/>
                <a:ea typeface="微軟正黑體"/>
              </a:rPr>
              <a:t>13</a:t>
            </a:fld>
            <a:endParaRPr lang="en-US" sz="1000" b="0" u="none" strike="noStrike">
              <a:solidFill>
                <a:srgbClr val="000000"/>
              </a:solidFill>
              <a:effectLst/>
              <a:uFillTx/>
              <a:latin typeface="Arial"/>
            </a:endParaRPr>
          </a:p>
        </p:txBody>
      </p:sp>
      <p:sp>
        <p:nvSpPr>
          <p:cNvPr id="118" name="標題 1"/>
          <p:cNvSpPr txBox="1"/>
          <p:nvPr/>
        </p:nvSpPr>
        <p:spPr>
          <a:xfrm>
            <a:off x="497160" y="659520"/>
            <a:ext cx="3447720" cy="792000"/>
          </a:xfrm>
          <a:prstGeom prst="rect">
            <a:avLst/>
          </a:prstGeom>
          <a:noFill/>
          <a:ln w="0">
            <a:noFill/>
          </a:ln>
        </p:spPr>
        <p:txBody>
          <a:bodyPr anchor="ctr">
            <a:noAutofit/>
          </a:bodyPr>
          <a:p>
            <a:pPr>
              <a:lnSpc>
                <a:spcPct val="90000"/>
              </a:lnSpc>
            </a:pPr>
            <a:r>
              <a:rPr lang="en-US" sz="3200" b="1" u="none" strike="noStrike">
                <a:solidFill>
                  <a:srgbClr val="000000"/>
                </a:solidFill>
                <a:effectLst/>
                <a:uFillTx/>
                <a:latin typeface="微軟正黑體"/>
                <a:ea typeface="微軟正黑體"/>
              </a:rPr>
              <a:t>(</a:t>
            </a:r>
            <a:r>
              <a:rPr lang="zh-TW" sz="3200" b="1" u="none" strike="noStrike">
                <a:solidFill>
                  <a:srgbClr val="000000"/>
                </a:solidFill>
                <a:effectLst/>
                <a:uFillTx/>
                <a:latin typeface="微軟正黑體"/>
                <a:ea typeface="微軟正黑體"/>
              </a:rPr>
              <a:t>一</a:t>
            </a:r>
            <a:r>
              <a:rPr lang="en-US" sz="3200" b="1" u="none" strike="noStrike">
                <a:solidFill>
                  <a:srgbClr val="000000"/>
                </a:solidFill>
                <a:effectLst/>
                <a:uFillTx/>
                <a:latin typeface="微軟正黑體"/>
                <a:ea typeface="微軟正黑體"/>
              </a:rPr>
              <a:t>) </a:t>
            </a:r>
            <a:r>
              <a:rPr lang="zh-TW" sz="3200" b="1" u="none" strike="noStrike">
                <a:solidFill>
                  <a:srgbClr val="000000"/>
                </a:solidFill>
                <a:effectLst/>
                <a:uFillTx/>
                <a:latin typeface="微軟正黑體"/>
                <a:ea typeface="微軟正黑體"/>
              </a:rPr>
              <a:t>計畫架構說明</a:t>
            </a:r>
            <a:endParaRPr lang="en-US" sz="3200" b="0" u="none" strike="noStrike">
              <a:solidFill>
                <a:srgbClr val="000000"/>
              </a:solidFill>
              <a:effectLst/>
              <a:uFillTx/>
              <a:latin typeface="Arial"/>
            </a:endParaRPr>
          </a:p>
        </p:txBody>
      </p:sp>
      <p:grpSp>
        <p:nvGrpSpPr>
          <p:cNvPr id="119" name="群組 106"/>
          <p:cNvGrpSpPr/>
          <p:nvPr/>
        </p:nvGrpSpPr>
        <p:grpSpPr>
          <a:xfrm>
            <a:off x="1266120" y="1945080"/>
            <a:ext cx="8984880" cy="4050000"/>
            <a:chOff x="1266120" y="1945080"/>
            <a:chExt cx="8984880" cy="4050000"/>
          </a:xfrm>
        </p:grpSpPr>
        <p:sp>
          <p:nvSpPr>
            <p:cNvPr id="120" name="AutoShape 7"/>
            <p:cNvSpPr/>
            <p:nvPr/>
          </p:nvSpPr>
          <p:spPr>
            <a:xfrm>
              <a:off x="1608480" y="2272680"/>
              <a:ext cx="534960" cy="3272400"/>
            </a:xfrm>
            <a:custGeom>
              <a:avLst/>
              <a:gdLst>
                <a:gd name="textAreaLeft" fmla="*/ 25920 w 534960"/>
                <a:gd name="textAreaRight" fmla="*/ 509040 w 534960"/>
                <a:gd name="textAreaTop" fmla="*/ 25920 h 3272400"/>
                <a:gd name="textAreaBottom" fmla="*/ 3246480 h 3272400"/>
              </a:gdLst>
              <a:ahLst/>
              <a:cxnLst/>
              <a:rect l="textAreaLeft" t="textAreaTop" r="textAreaRight" b="textAreaBottom"/>
              <a:pathLst>
                <a:path w="21600" h="132055">
                  <a:moveTo>
                    <a:pt x="3600" y="0"/>
                  </a:moveTo>
                  <a:lnTo>
                    <a:pt x="3600" y="0"/>
                  </a:lnTo>
                  <a:arcTo wR="3600" hR="3600" stAng="-5400000" swAng="-5400000"/>
                  <a:lnTo>
                    <a:pt x="0" y="3600"/>
                  </a:lnTo>
                  <a:arcTo wR="0" hR="0" stAng="0" swAng="0"/>
                  <a:lnTo>
                    <a:pt x="0" y="128455"/>
                  </a:lnTo>
                  <a:lnTo>
                    <a:pt x="0" y="128455"/>
                  </a:lnTo>
                  <a:arcTo wR="3600" hR="3600" stAng="-10800000" swAng="-5400000"/>
                  <a:lnTo>
                    <a:pt x="3600" y="132055"/>
                  </a:lnTo>
                  <a:arcTo wR="0" hR="0" stAng="0" swAng="0"/>
                  <a:lnTo>
                    <a:pt x="18000" y="132055"/>
                  </a:lnTo>
                  <a:lnTo>
                    <a:pt x="18000" y="132055"/>
                  </a:lnTo>
                  <a:arcTo wR="3600" hR="3600" stAng="5400000" swAng="-5400000"/>
                  <a:lnTo>
                    <a:pt x="21600" y="128455"/>
                  </a:lnTo>
                  <a:arcTo wR="0" hR="0" stAng="0" swAng="0"/>
                  <a:lnTo>
                    <a:pt x="21600" y="3600"/>
                  </a:lnTo>
                  <a:lnTo>
                    <a:pt x="21600" y="3600"/>
                  </a:lnTo>
                  <a:arcTo wR="3600" hR="3600" stAng="0" swAng="-5400000"/>
                  <a:lnTo>
                    <a:pt x="18000" y="0"/>
                  </a:lnTo>
                  <a:arcTo wR="0" hR="0" stAng="0" swAng="0"/>
                  <a:close/>
                </a:path>
              </a:pathLst>
            </a:custGeom>
            <a:solidFill>
              <a:srgbClr val="7030A0"/>
            </a:solidFill>
            <a:ln w="9360">
              <a:solidFill>
                <a:srgbClr val="000000"/>
              </a:solidFill>
              <a:round/>
            </a:ln>
          </p:spPr>
          <p:style>
            <a:lnRef idx="0"/>
            <a:fillRef idx="0"/>
            <a:effectRef idx="0"/>
            <a:fontRef idx="minor"/>
          </p:style>
          <p:txBody>
            <a:bodyPr anchor="ctr" anchorCtr="1">
              <a:noAutofit/>
            </a:bodyPr>
            <a:p>
              <a:endParaRPr lang="en-US" sz="1800" b="0" u="none" strike="noStrike">
                <a:solidFill>
                  <a:srgbClr val="FFFFFF"/>
                </a:solidFill>
                <a:effectLst/>
                <a:uFillTx/>
                <a:latin typeface="Arial"/>
              </a:endParaRPr>
            </a:p>
          </p:txBody>
        </p:sp>
        <p:sp>
          <p:nvSpPr>
            <p:cNvPr id="121" name="Text Box 8"/>
            <p:cNvSpPr txBox="1"/>
            <p:nvPr/>
          </p:nvSpPr>
          <p:spPr>
            <a:xfrm>
              <a:off x="1266120" y="5618160"/>
              <a:ext cx="1247760" cy="307800"/>
            </a:xfrm>
            <a:prstGeom prst="rect">
              <a:avLst/>
            </a:prstGeom>
            <a:noFill/>
            <a:ln w="0">
              <a:noFill/>
            </a:ln>
          </p:spPr>
          <p:txBody>
            <a:bodyPr anchor="t">
              <a:spAutoFit/>
            </a:bodyPr>
            <a:p>
              <a:pPr>
                <a:lnSpc>
                  <a:spcPct val="100000"/>
                </a:lnSpc>
              </a:pPr>
              <a:r>
                <a:rPr lang="zh-TW" sz="1400" b="0" u="none" strike="noStrike">
                  <a:solidFill>
                    <a:srgbClr val="000000"/>
                  </a:solidFill>
                  <a:effectLst/>
                  <a:uFillTx/>
                  <a:latin typeface="微軟正黑體"/>
                  <a:ea typeface="微軟正黑體"/>
                </a:rPr>
                <a:t>權重：</a:t>
              </a:r>
              <a:r>
                <a:rPr lang="en-US" sz="1400" b="0" u="none" strike="noStrike">
                  <a:solidFill>
                    <a:srgbClr val="000000"/>
                  </a:solidFill>
                  <a:effectLst/>
                  <a:uFillTx/>
                  <a:latin typeface="微軟正黑體"/>
                  <a:ea typeface="微軟正黑體"/>
                </a:rPr>
                <a:t>100%</a:t>
              </a:r>
              <a:endParaRPr lang="en-US" sz="1400" b="0" u="none" strike="noStrike">
                <a:solidFill>
                  <a:srgbClr val="000000"/>
                </a:solidFill>
                <a:effectLst/>
                <a:uFillTx/>
                <a:latin typeface="Arial"/>
              </a:endParaRPr>
            </a:p>
          </p:txBody>
        </p:sp>
        <p:sp>
          <p:nvSpPr>
            <p:cNvPr id="122" name="Text Box 16"/>
            <p:cNvSpPr txBox="1"/>
            <p:nvPr/>
          </p:nvSpPr>
          <p:spPr>
            <a:xfrm>
              <a:off x="8573040" y="2254680"/>
              <a:ext cx="1620360" cy="457560"/>
            </a:xfrm>
            <a:prstGeom prst="rect">
              <a:avLst/>
            </a:prstGeom>
            <a:noFill/>
            <a:ln w="0">
              <a:noFill/>
            </a:ln>
          </p:spPr>
          <p:txBody>
            <a:bodyPr anchor="t">
              <a:spAutoFit/>
            </a:bodyPr>
            <a:p>
              <a:endParaRPr lang="en-US" sz="1800" b="0" u="none" strike="noStrike">
                <a:solidFill>
                  <a:srgbClr val="000000"/>
                </a:solidFill>
                <a:effectLst/>
                <a:uFillTx/>
                <a:latin typeface="Arial"/>
              </a:endParaRPr>
            </a:p>
          </p:txBody>
        </p:sp>
        <p:sp>
          <p:nvSpPr>
            <p:cNvPr id="123" name="AutoShape 17"/>
            <p:cNvSpPr/>
            <p:nvPr/>
          </p:nvSpPr>
          <p:spPr>
            <a:xfrm>
              <a:off x="6717240" y="2003040"/>
              <a:ext cx="1866240" cy="306000"/>
            </a:xfrm>
            <a:custGeom>
              <a:avLst/>
              <a:gdLst>
                <a:gd name="textAreaLeft" fmla="*/ 14760 w 1866240"/>
                <a:gd name="textAreaRight" fmla="*/ 1851480 w 1866240"/>
                <a:gd name="textAreaTop" fmla="*/ 14760 h 306000"/>
                <a:gd name="textAreaBottom" fmla="*/ 291240 h 306000"/>
              </a:gdLst>
              <a:ahLst/>
              <a:cxnLst/>
              <a:rect l="textAreaLeft" t="textAreaTop" r="textAreaRight" b="textAreaBottom"/>
              <a:pathLst>
                <a:path w="131605" h="21600">
                  <a:moveTo>
                    <a:pt x="3600" y="0"/>
                  </a:moveTo>
                  <a:lnTo>
                    <a:pt x="3600" y="0"/>
                  </a:lnTo>
                  <a:arcTo wR="3600" hR="3600" stAng="-5400000" swAng="-5400000"/>
                  <a:lnTo>
                    <a:pt x="0" y="3600"/>
                  </a:lnTo>
                  <a:arcTo wR="0" hR="0" stAng="0" swAng="0"/>
                  <a:lnTo>
                    <a:pt x="0" y="18000"/>
                  </a:lnTo>
                  <a:lnTo>
                    <a:pt x="0" y="18000"/>
                  </a:lnTo>
                  <a:arcTo wR="3600" hR="3600" stAng="-10800000" swAng="-5400000"/>
                  <a:lnTo>
                    <a:pt x="3600" y="21600"/>
                  </a:lnTo>
                  <a:arcTo wR="0" hR="0" stAng="0" swAng="0"/>
                  <a:lnTo>
                    <a:pt x="128005" y="21600"/>
                  </a:lnTo>
                  <a:lnTo>
                    <a:pt x="128005" y="21600"/>
                  </a:lnTo>
                  <a:arcTo wR="3600" hR="3600" stAng="5400000" swAng="-5400000"/>
                  <a:lnTo>
                    <a:pt x="131605" y="18000"/>
                  </a:lnTo>
                  <a:arcTo wR="0" hR="0" stAng="0" swAng="0"/>
                  <a:lnTo>
                    <a:pt x="131605" y="3600"/>
                  </a:lnTo>
                  <a:lnTo>
                    <a:pt x="131605" y="3600"/>
                  </a:lnTo>
                  <a:arcTo wR="3600" hR="3600" stAng="0" swAng="-5400000"/>
                  <a:lnTo>
                    <a:pt x="128005" y="0"/>
                  </a:lnTo>
                  <a:arcTo wR="0" hR="0" stAng="0" swAng="0"/>
                  <a:close/>
                </a:path>
              </a:pathLst>
            </a:custGeom>
            <a:solidFill>
              <a:srgbClr val="FF9933"/>
            </a:solidFill>
            <a:ln w="9360">
              <a:solidFill>
                <a:srgbClr val="000000"/>
              </a:solidFill>
              <a:round/>
            </a:ln>
          </p:spPr>
          <p:style>
            <a:lnRef idx="0"/>
            <a:fillRef idx="0"/>
            <a:effectRef idx="0"/>
            <a:fontRef idx="minor"/>
          </p:style>
          <p:txBody>
            <a:bodyPr anchor="t">
              <a:noAutofit/>
            </a:bodyPr>
            <a:p>
              <a:pPr>
                <a:lnSpc>
                  <a:spcPct val="100000"/>
                </a:lnSpc>
              </a:pPr>
              <a:r>
                <a:rPr lang="en-US" sz="1400" b="1" u="none" strike="noStrike">
                  <a:solidFill>
                    <a:srgbClr val="FFFFFF"/>
                  </a:solidFill>
                  <a:effectLst/>
                  <a:uFillTx/>
                  <a:latin typeface="Times New Roman"/>
                  <a:ea typeface="微軟正黑體"/>
                </a:rPr>
                <a:t>A1</a:t>
              </a:r>
              <a:r>
                <a:rPr lang="zh-TW" sz="1400" b="1" u="none" strike="noStrike">
                  <a:solidFill>
                    <a:srgbClr val="FFFFFF"/>
                  </a:solidFill>
                  <a:effectLst/>
                  <a:uFillTx/>
                  <a:latin typeface="Times New Roman"/>
                  <a:ea typeface="微軟正黑體"/>
                </a:rPr>
                <a:t>工作項目</a:t>
              </a:r>
              <a:endParaRPr lang="en-US" sz="1400" b="0" u="none" strike="noStrike">
                <a:solidFill>
                  <a:srgbClr val="000000"/>
                </a:solidFill>
                <a:effectLst/>
                <a:uFillTx/>
                <a:latin typeface="Arial"/>
              </a:endParaRPr>
            </a:p>
          </p:txBody>
        </p:sp>
        <p:sp>
          <p:nvSpPr>
            <p:cNvPr id="124" name="AutoShape 20"/>
            <p:cNvSpPr/>
            <p:nvPr/>
          </p:nvSpPr>
          <p:spPr>
            <a:xfrm>
              <a:off x="6717240" y="2570760"/>
              <a:ext cx="1866240" cy="306000"/>
            </a:xfrm>
            <a:custGeom>
              <a:avLst/>
              <a:gdLst>
                <a:gd name="textAreaLeft" fmla="*/ 14760 w 1866240"/>
                <a:gd name="textAreaRight" fmla="*/ 1851480 w 1866240"/>
                <a:gd name="textAreaTop" fmla="*/ 14760 h 306000"/>
                <a:gd name="textAreaBottom" fmla="*/ 291240 h 306000"/>
              </a:gdLst>
              <a:ahLst/>
              <a:cxnLst/>
              <a:rect l="textAreaLeft" t="textAreaTop" r="textAreaRight" b="textAreaBottom"/>
              <a:pathLst>
                <a:path w="131605" h="21600">
                  <a:moveTo>
                    <a:pt x="3600" y="0"/>
                  </a:moveTo>
                  <a:lnTo>
                    <a:pt x="3600" y="0"/>
                  </a:lnTo>
                  <a:arcTo wR="3600" hR="3600" stAng="-5400000" swAng="-5400000"/>
                  <a:lnTo>
                    <a:pt x="0" y="3600"/>
                  </a:lnTo>
                  <a:arcTo wR="0" hR="0" stAng="0" swAng="0"/>
                  <a:lnTo>
                    <a:pt x="0" y="18000"/>
                  </a:lnTo>
                  <a:lnTo>
                    <a:pt x="0" y="18000"/>
                  </a:lnTo>
                  <a:arcTo wR="3600" hR="3600" stAng="-10800000" swAng="-5400000"/>
                  <a:lnTo>
                    <a:pt x="3600" y="21600"/>
                  </a:lnTo>
                  <a:arcTo wR="0" hR="0" stAng="0" swAng="0"/>
                  <a:lnTo>
                    <a:pt x="128005" y="21600"/>
                  </a:lnTo>
                  <a:lnTo>
                    <a:pt x="128005" y="21600"/>
                  </a:lnTo>
                  <a:arcTo wR="3600" hR="3600" stAng="5400000" swAng="-5400000"/>
                  <a:lnTo>
                    <a:pt x="131605" y="18000"/>
                  </a:lnTo>
                  <a:arcTo wR="0" hR="0" stAng="0" swAng="0"/>
                  <a:lnTo>
                    <a:pt x="131605" y="3600"/>
                  </a:lnTo>
                  <a:lnTo>
                    <a:pt x="131605" y="3600"/>
                  </a:lnTo>
                  <a:arcTo wR="3600" hR="3600" stAng="0" swAng="-5400000"/>
                  <a:lnTo>
                    <a:pt x="128005" y="0"/>
                  </a:lnTo>
                  <a:arcTo wR="0" hR="0" stAng="0" swAng="0"/>
                  <a:close/>
                </a:path>
              </a:pathLst>
            </a:custGeom>
            <a:solidFill>
              <a:srgbClr val="FF9933"/>
            </a:solidFill>
            <a:ln w="9360">
              <a:solidFill>
                <a:srgbClr val="000000"/>
              </a:solidFill>
              <a:round/>
            </a:ln>
          </p:spPr>
          <p:style>
            <a:lnRef idx="0"/>
            <a:fillRef idx="0"/>
            <a:effectRef idx="0"/>
            <a:fontRef idx="minor"/>
          </p:style>
          <p:txBody>
            <a:bodyPr anchor="t">
              <a:noAutofit/>
            </a:bodyPr>
            <a:p>
              <a:pPr>
                <a:lnSpc>
                  <a:spcPct val="100000"/>
                </a:lnSpc>
              </a:pPr>
              <a:r>
                <a:rPr lang="en-US" sz="1400" b="1" u="none" strike="noStrike">
                  <a:solidFill>
                    <a:srgbClr val="FFFFFF"/>
                  </a:solidFill>
                  <a:effectLst/>
                  <a:uFillTx/>
                  <a:latin typeface="Times New Roman"/>
                  <a:ea typeface="微軟正黑體"/>
                </a:rPr>
                <a:t>A2</a:t>
              </a:r>
              <a:r>
                <a:rPr lang="zh-TW" sz="1400" b="1" u="none" strike="noStrike">
                  <a:solidFill>
                    <a:srgbClr val="FFFFFF"/>
                  </a:solidFill>
                  <a:effectLst/>
                  <a:uFillTx/>
                  <a:latin typeface="Times New Roman"/>
                  <a:ea typeface="微軟正黑體"/>
                </a:rPr>
                <a:t>工作項目</a:t>
              </a:r>
              <a:endParaRPr lang="en-US" sz="1400" b="0" u="none" strike="noStrike">
                <a:solidFill>
                  <a:srgbClr val="000000"/>
                </a:solidFill>
                <a:effectLst/>
                <a:uFillTx/>
                <a:latin typeface="Arial"/>
              </a:endParaRPr>
            </a:p>
          </p:txBody>
        </p:sp>
        <p:sp>
          <p:nvSpPr>
            <p:cNvPr id="125" name="Text Box 40"/>
            <p:cNvSpPr txBox="1"/>
            <p:nvPr/>
          </p:nvSpPr>
          <p:spPr>
            <a:xfrm>
              <a:off x="4614480" y="2705400"/>
              <a:ext cx="1516680" cy="307800"/>
            </a:xfrm>
            <a:prstGeom prst="rect">
              <a:avLst/>
            </a:prstGeom>
            <a:noFill/>
            <a:ln w="0">
              <a:noFill/>
            </a:ln>
          </p:spPr>
          <p:txBody>
            <a:bodyPr anchor="t">
              <a:spAutoFit/>
            </a:bodyPr>
            <a:p>
              <a:pPr>
                <a:lnSpc>
                  <a:spcPct val="100000"/>
                </a:lnSpc>
              </a:pPr>
              <a:r>
                <a:rPr lang="zh-TW" sz="1400" b="0" u="none" strike="noStrike">
                  <a:solidFill>
                    <a:srgbClr val="000000"/>
                  </a:solidFill>
                  <a:effectLst/>
                  <a:uFillTx/>
                  <a:latin typeface="微軟正黑體"/>
                  <a:ea typeface="微軟正黑體"/>
                </a:rPr>
                <a:t>權重：</a:t>
              </a:r>
              <a:r>
                <a:rPr lang="en-US" sz="1400" b="0" u="none" strike="noStrike">
                  <a:solidFill>
                    <a:srgbClr val="000000"/>
                  </a:solidFill>
                  <a:effectLst/>
                  <a:uFillTx/>
                  <a:latin typeface="微軟正黑體"/>
                  <a:ea typeface="微軟正黑體"/>
                </a:rPr>
                <a:t>XX</a:t>
              </a:r>
              <a:r>
                <a:rPr lang="en-US" sz="1400" b="0" u="none" strike="noStrike">
                  <a:solidFill>
                    <a:srgbClr val="000000"/>
                  </a:solidFill>
                  <a:effectLst/>
                  <a:uFillTx/>
                  <a:latin typeface="微軟正黑體"/>
                  <a:ea typeface="微軟正黑體"/>
                </a:rPr>
                <a:t>%</a:t>
              </a:r>
              <a:endParaRPr lang="en-US" sz="1400" b="0" u="none" strike="noStrike">
                <a:solidFill>
                  <a:srgbClr val="000000"/>
                </a:solidFill>
                <a:effectLst/>
                <a:uFillTx/>
                <a:latin typeface="Arial"/>
              </a:endParaRPr>
            </a:p>
          </p:txBody>
        </p:sp>
        <p:sp>
          <p:nvSpPr>
            <p:cNvPr id="126" name="AutoShape 41"/>
            <p:cNvSpPr/>
            <p:nvPr/>
          </p:nvSpPr>
          <p:spPr>
            <a:xfrm>
              <a:off x="4656600" y="2278080"/>
              <a:ext cx="1564920" cy="360000"/>
            </a:xfrm>
            <a:custGeom>
              <a:avLst/>
              <a:gdLst>
                <a:gd name="textAreaLeft" fmla="*/ 17280 w 1564920"/>
                <a:gd name="textAreaRight" fmla="*/ 1547640 w 1564920"/>
                <a:gd name="textAreaTop" fmla="*/ 17280 h 360000"/>
                <a:gd name="textAreaBottom" fmla="*/ 342720 h 360000"/>
              </a:gdLst>
              <a:ahLst/>
              <a:cxnLst/>
              <a:rect l="textAreaLeft" t="textAreaTop" r="textAreaRight" b="textAreaBottom"/>
              <a:pathLst>
                <a:path w="93823" h="21600">
                  <a:moveTo>
                    <a:pt x="3600" y="0"/>
                  </a:moveTo>
                  <a:lnTo>
                    <a:pt x="3600" y="0"/>
                  </a:lnTo>
                  <a:arcTo wR="3600" hR="3600" stAng="-5400000" swAng="-5400000"/>
                  <a:lnTo>
                    <a:pt x="0" y="3600"/>
                  </a:lnTo>
                  <a:arcTo wR="0" hR="0" stAng="0" swAng="0"/>
                  <a:lnTo>
                    <a:pt x="0" y="18000"/>
                  </a:lnTo>
                  <a:lnTo>
                    <a:pt x="0" y="18000"/>
                  </a:lnTo>
                  <a:arcTo wR="3600" hR="3600" stAng="-10800000" swAng="-5400000"/>
                  <a:lnTo>
                    <a:pt x="3600" y="21600"/>
                  </a:lnTo>
                  <a:arcTo wR="0" hR="0" stAng="0" swAng="0"/>
                  <a:lnTo>
                    <a:pt x="90223" y="21600"/>
                  </a:lnTo>
                  <a:lnTo>
                    <a:pt x="90223" y="21600"/>
                  </a:lnTo>
                  <a:arcTo wR="3600" hR="3600" stAng="5400000" swAng="-5400000"/>
                  <a:lnTo>
                    <a:pt x="93823" y="18000"/>
                  </a:lnTo>
                  <a:arcTo wR="0" hR="0" stAng="0" swAng="0"/>
                  <a:lnTo>
                    <a:pt x="93823" y="3600"/>
                  </a:lnTo>
                  <a:lnTo>
                    <a:pt x="93823" y="3600"/>
                  </a:lnTo>
                  <a:arcTo wR="3600" hR="3600" stAng="0" swAng="-5400000"/>
                  <a:lnTo>
                    <a:pt x="90223" y="0"/>
                  </a:lnTo>
                  <a:arcTo wR="0" hR="0" stAng="0" swAng="0"/>
                  <a:close/>
                </a:path>
              </a:pathLst>
            </a:custGeom>
            <a:solidFill>
              <a:srgbClr val="FF6600"/>
            </a:solidFill>
            <a:ln w="9360">
              <a:solidFill>
                <a:srgbClr val="000000"/>
              </a:solidFill>
              <a:round/>
            </a:ln>
          </p:spPr>
          <p:style>
            <a:lnRef idx="0"/>
            <a:fillRef idx="0"/>
            <a:effectRef idx="0"/>
            <a:fontRef idx="minor"/>
          </p:style>
          <p:txBody>
            <a:bodyPr anchor="t">
              <a:noAutofit/>
            </a:bodyPr>
            <a:p>
              <a:pPr>
                <a:lnSpc>
                  <a:spcPct val="100000"/>
                </a:lnSpc>
              </a:pPr>
              <a:r>
                <a:rPr lang="en-US" sz="1400" b="1" u="none" strike="noStrike">
                  <a:solidFill>
                    <a:srgbClr val="FFFFFF"/>
                  </a:solidFill>
                  <a:effectLst/>
                  <a:uFillTx/>
                  <a:latin typeface="Times New Roman"/>
                  <a:ea typeface="微軟正黑體"/>
                </a:rPr>
                <a:t>A</a:t>
              </a:r>
              <a:r>
                <a:rPr lang="zh-TW" sz="1400" b="1" u="none" strike="noStrike">
                  <a:solidFill>
                    <a:srgbClr val="FFFFFF"/>
                  </a:solidFill>
                  <a:effectLst/>
                  <a:uFillTx/>
                  <a:latin typeface="Times New Roman"/>
                  <a:ea typeface="微軟正黑體"/>
                </a:rPr>
                <a:t>分項</a:t>
              </a:r>
              <a:r>
                <a:rPr lang="zh-TW" sz="1400" b="1" u="none" strike="noStrike">
                  <a:solidFill>
                    <a:srgbClr val="FFFFFF"/>
                  </a:solidFill>
                  <a:effectLst/>
                  <a:uFillTx/>
                  <a:latin typeface="Times New Roman"/>
                  <a:ea typeface="微軟正黑體"/>
                </a:rPr>
                <a:t>計畫</a:t>
              </a:r>
              <a:endParaRPr lang="en-US" sz="1400" b="0" u="none" strike="noStrike">
                <a:solidFill>
                  <a:srgbClr val="FFFFFF"/>
                </a:solidFill>
                <a:effectLst/>
                <a:uFillTx/>
                <a:latin typeface="Arial"/>
              </a:endParaRPr>
            </a:p>
          </p:txBody>
        </p:sp>
        <p:sp>
          <p:nvSpPr>
            <p:cNvPr id="127" name="Text Box 16"/>
            <p:cNvSpPr txBox="1"/>
            <p:nvPr/>
          </p:nvSpPr>
          <p:spPr>
            <a:xfrm>
              <a:off x="8573040" y="2629440"/>
              <a:ext cx="1383120" cy="457560"/>
            </a:xfrm>
            <a:prstGeom prst="rect">
              <a:avLst/>
            </a:prstGeom>
            <a:noFill/>
            <a:ln w="0">
              <a:noFill/>
            </a:ln>
          </p:spPr>
          <p:txBody>
            <a:bodyPr anchor="t">
              <a:spAutoFit/>
            </a:bodyPr>
            <a:p>
              <a:endParaRPr lang="en-US" sz="1800" b="0" u="none" strike="noStrike">
                <a:solidFill>
                  <a:srgbClr val="000000"/>
                </a:solidFill>
                <a:effectLst/>
                <a:uFillTx/>
                <a:latin typeface="Arial"/>
              </a:endParaRPr>
            </a:p>
          </p:txBody>
        </p:sp>
        <p:sp>
          <p:nvSpPr>
            <p:cNvPr id="128" name="Text Box 4"/>
            <p:cNvSpPr txBox="1"/>
            <p:nvPr/>
          </p:nvSpPr>
          <p:spPr>
            <a:xfrm>
              <a:off x="4614480" y="4236480"/>
              <a:ext cx="1516680" cy="307800"/>
            </a:xfrm>
            <a:prstGeom prst="rect">
              <a:avLst/>
            </a:prstGeom>
            <a:noFill/>
            <a:ln w="0">
              <a:noFill/>
            </a:ln>
          </p:spPr>
          <p:txBody>
            <a:bodyPr anchor="t">
              <a:spAutoFit/>
            </a:bodyPr>
            <a:p>
              <a:pPr>
                <a:lnSpc>
                  <a:spcPct val="100000"/>
                </a:lnSpc>
              </a:pPr>
              <a:r>
                <a:rPr lang="zh-TW" sz="1400" b="0" u="none" strike="noStrike">
                  <a:solidFill>
                    <a:srgbClr val="000000"/>
                  </a:solidFill>
                  <a:effectLst/>
                  <a:uFillTx/>
                  <a:latin typeface="微軟正黑體"/>
                  <a:ea typeface="微軟正黑體"/>
                </a:rPr>
                <a:t>權重</a:t>
              </a:r>
              <a:r>
                <a:rPr lang="zh-TW" sz="1400" b="0" u="none" strike="noStrike">
                  <a:solidFill>
                    <a:srgbClr val="000000"/>
                  </a:solidFill>
                  <a:effectLst/>
                  <a:uFillTx/>
                  <a:latin typeface="微軟正黑體"/>
                  <a:ea typeface="微軟正黑體"/>
                </a:rPr>
                <a:t>： </a:t>
              </a:r>
              <a:r>
                <a:rPr lang="en-US" sz="1400" b="0" u="none" strike="noStrike">
                  <a:solidFill>
                    <a:srgbClr val="000000"/>
                  </a:solidFill>
                  <a:effectLst/>
                  <a:uFillTx/>
                  <a:latin typeface="微軟正黑體"/>
                  <a:ea typeface="微軟正黑體"/>
                </a:rPr>
                <a:t>XX</a:t>
              </a:r>
              <a:r>
                <a:rPr lang="en-US" sz="1400" b="0" u="none" strike="noStrike">
                  <a:solidFill>
                    <a:srgbClr val="000000"/>
                  </a:solidFill>
                  <a:effectLst/>
                  <a:uFillTx/>
                  <a:latin typeface="微軟正黑體"/>
                  <a:ea typeface="微軟正黑體"/>
                </a:rPr>
                <a:t>%</a:t>
              </a:r>
              <a:endParaRPr lang="en-US" sz="1400" b="0" u="none" strike="noStrike">
                <a:solidFill>
                  <a:srgbClr val="000000"/>
                </a:solidFill>
                <a:effectLst/>
                <a:uFillTx/>
                <a:latin typeface="Arial"/>
              </a:endParaRPr>
            </a:p>
          </p:txBody>
        </p:sp>
        <p:sp>
          <p:nvSpPr>
            <p:cNvPr id="129" name="AutoShape 5"/>
            <p:cNvSpPr/>
            <p:nvPr/>
          </p:nvSpPr>
          <p:spPr>
            <a:xfrm>
              <a:off x="4658040" y="3773160"/>
              <a:ext cx="1566000" cy="360000"/>
            </a:xfrm>
            <a:custGeom>
              <a:avLst/>
              <a:gdLst>
                <a:gd name="textAreaLeft" fmla="*/ 17280 w 1566000"/>
                <a:gd name="textAreaRight" fmla="*/ 1548720 w 1566000"/>
                <a:gd name="textAreaTop" fmla="*/ 17280 h 360000"/>
                <a:gd name="textAreaBottom" fmla="*/ 342720 h 360000"/>
              </a:gdLst>
              <a:ahLst/>
              <a:cxnLst/>
              <a:rect l="textAreaLeft" t="textAreaTop" r="textAreaRight" b="textAreaBottom"/>
              <a:pathLst>
                <a:path w="93888" h="21600">
                  <a:moveTo>
                    <a:pt x="3600" y="0"/>
                  </a:moveTo>
                  <a:lnTo>
                    <a:pt x="3600" y="0"/>
                  </a:lnTo>
                  <a:arcTo wR="3600" hR="3600" stAng="-5400000" swAng="-5400000"/>
                  <a:lnTo>
                    <a:pt x="0" y="3600"/>
                  </a:lnTo>
                  <a:arcTo wR="0" hR="0" stAng="0" swAng="0"/>
                  <a:lnTo>
                    <a:pt x="0" y="18000"/>
                  </a:lnTo>
                  <a:lnTo>
                    <a:pt x="0" y="18000"/>
                  </a:lnTo>
                  <a:arcTo wR="3600" hR="3600" stAng="-10800000" swAng="-5400000"/>
                  <a:lnTo>
                    <a:pt x="3600" y="21600"/>
                  </a:lnTo>
                  <a:arcTo wR="0" hR="0" stAng="0" swAng="0"/>
                  <a:lnTo>
                    <a:pt x="90288" y="21600"/>
                  </a:lnTo>
                  <a:lnTo>
                    <a:pt x="90288" y="21600"/>
                  </a:lnTo>
                  <a:arcTo wR="3600" hR="3600" stAng="5400000" swAng="-5400000"/>
                  <a:lnTo>
                    <a:pt x="93888" y="18000"/>
                  </a:lnTo>
                  <a:arcTo wR="0" hR="0" stAng="0" swAng="0"/>
                  <a:lnTo>
                    <a:pt x="93888" y="3600"/>
                  </a:lnTo>
                  <a:lnTo>
                    <a:pt x="93888" y="3600"/>
                  </a:lnTo>
                  <a:arcTo wR="3600" hR="3600" stAng="0" swAng="-5400000"/>
                  <a:lnTo>
                    <a:pt x="90288" y="0"/>
                  </a:lnTo>
                  <a:arcTo wR="0" hR="0" stAng="0" swAng="0"/>
                  <a:close/>
                </a:path>
              </a:pathLst>
            </a:custGeom>
            <a:solidFill>
              <a:srgbClr val="0070C0"/>
            </a:solidFill>
            <a:ln w="9360">
              <a:solidFill>
                <a:srgbClr val="000000"/>
              </a:solidFill>
              <a:round/>
            </a:ln>
          </p:spPr>
          <p:style>
            <a:lnRef idx="0"/>
            <a:fillRef idx="0"/>
            <a:effectRef idx="0"/>
            <a:fontRef idx="minor"/>
          </p:style>
          <p:txBody>
            <a:bodyPr anchor="t">
              <a:noAutofit/>
            </a:bodyPr>
            <a:p>
              <a:pPr marL="88920" indent="-88920">
                <a:lnSpc>
                  <a:spcPct val="100000"/>
                </a:lnSpc>
              </a:pPr>
              <a:r>
                <a:rPr lang="en-US" sz="1400" b="1" u="none" strike="noStrike">
                  <a:solidFill>
                    <a:srgbClr val="FFFFFF"/>
                  </a:solidFill>
                  <a:effectLst/>
                  <a:uFillTx/>
                  <a:latin typeface="Times New Roman"/>
                  <a:ea typeface="微軟正黑體"/>
                </a:rPr>
                <a:t>B</a:t>
              </a:r>
              <a:r>
                <a:rPr lang="zh-TW" sz="1400" b="1" u="none" strike="noStrike">
                  <a:solidFill>
                    <a:srgbClr val="FFFFFF"/>
                  </a:solidFill>
                  <a:effectLst/>
                  <a:uFillTx/>
                  <a:latin typeface="Times New Roman"/>
                  <a:ea typeface="微軟正黑體"/>
                </a:rPr>
                <a:t>分項</a:t>
              </a:r>
              <a:r>
                <a:rPr lang="zh-TW" sz="1400" b="1" u="none" strike="noStrike">
                  <a:solidFill>
                    <a:srgbClr val="FFFFFF"/>
                  </a:solidFill>
                  <a:effectLst/>
                  <a:uFillTx/>
                  <a:latin typeface="Times New Roman"/>
                  <a:ea typeface="微軟正黑體"/>
                </a:rPr>
                <a:t>計畫</a:t>
              </a:r>
              <a:endParaRPr lang="en-US" sz="1400" b="0" u="none" strike="noStrike">
                <a:solidFill>
                  <a:srgbClr val="FFFFFF"/>
                </a:solidFill>
                <a:effectLst/>
                <a:uFillTx/>
                <a:latin typeface="Arial"/>
              </a:endParaRPr>
            </a:p>
          </p:txBody>
        </p:sp>
        <p:sp>
          <p:nvSpPr>
            <p:cNvPr id="130" name="AutoShape 23"/>
            <p:cNvSpPr/>
            <p:nvPr/>
          </p:nvSpPr>
          <p:spPr>
            <a:xfrm>
              <a:off x="6707160" y="3481200"/>
              <a:ext cx="1864800" cy="306000"/>
            </a:xfrm>
            <a:custGeom>
              <a:avLst/>
              <a:gdLst>
                <a:gd name="textAreaLeft" fmla="*/ 14760 w 1864800"/>
                <a:gd name="textAreaRight" fmla="*/ 1850040 w 1864800"/>
                <a:gd name="textAreaTop" fmla="*/ 14760 h 306000"/>
                <a:gd name="textAreaBottom" fmla="*/ 291240 h 306000"/>
              </a:gdLst>
              <a:ahLst/>
              <a:cxnLst/>
              <a:rect l="textAreaLeft" t="textAreaTop" r="textAreaRight" b="textAreaBottom"/>
              <a:pathLst>
                <a:path w="131504" h="21600">
                  <a:moveTo>
                    <a:pt x="3600" y="0"/>
                  </a:moveTo>
                  <a:lnTo>
                    <a:pt x="3600" y="0"/>
                  </a:lnTo>
                  <a:arcTo wR="3600" hR="3600" stAng="-5400000" swAng="-5400000"/>
                  <a:lnTo>
                    <a:pt x="0" y="3600"/>
                  </a:lnTo>
                  <a:arcTo wR="0" hR="0" stAng="0" swAng="0"/>
                  <a:lnTo>
                    <a:pt x="0" y="18000"/>
                  </a:lnTo>
                  <a:lnTo>
                    <a:pt x="0" y="18000"/>
                  </a:lnTo>
                  <a:arcTo wR="3600" hR="3600" stAng="-10800000" swAng="-5400000"/>
                  <a:lnTo>
                    <a:pt x="3600" y="21600"/>
                  </a:lnTo>
                  <a:arcTo wR="0" hR="0" stAng="0" swAng="0"/>
                  <a:lnTo>
                    <a:pt x="127904" y="21600"/>
                  </a:lnTo>
                  <a:lnTo>
                    <a:pt x="127904" y="21600"/>
                  </a:lnTo>
                  <a:arcTo wR="3600" hR="3600" stAng="5400000" swAng="-5400000"/>
                  <a:lnTo>
                    <a:pt x="131504" y="18000"/>
                  </a:lnTo>
                  <a:arcTo wR="0" hR="0" stAng="0" swAng="0"/>
                  <a:lnTo>
                    <a:pt x="131504" y="3600"/>
                  </a:lnTo>
                  <a:lnTo>
                    <a:pt x="131504" y="3600"/>
                  </a:lnTo>
                  <a:arcTo wR="3600" hR="3600" stAng="0" swAng="-5400000"/>
                  <a:lnTo>
                    <a:pt x="127904" y="0"/>
                  </a:lnTo>
                  <a:arcTo wR="0" hR="0" stAng="0" swAng="0"/>
                  <a:close/>
                </a:path>
              </a:pathLst>
            </a:custGeom>
            <a:solidFill>
              <a:srgbClr val="00B0F0"/>
            </a:solidFill>
            <a:ln w="9360">
              <a:solidFill>
                <a:srgbClr val="000000"/>
              </a:solidFill>
              <a:round/>
            </a:ln>
          </p:spPr>
          <p:style>
            <a:lnRef idx="0"/>
            <a:fillRef idx="0"/>
            <a:effectRef idx="0"/>
            <a:fontRef idx="minor"/>
          </p:style>
          <p:txBody>
            <a:bodyPr anchor="t">
              <a:noAutofit/>
            </a:bodyPr>
            <a:p>
              <a:pPr>
                <a:lnSpc>
                  <a:spcPct val="100000"/>
                </a:lnSpc>
              </a:pPr>
              <a:r>
                <a:rPr lang="en-US" sz="1400" b="1" u="none" strike="noStrike">
                  <a:solidFill>
                    <a:srgbClr val="FFFFFF"/>
                  </a:solidFill>
                  <a:effectLst/>
                  <a:uFillTx/>
                  <a:latin typeface="Times New Roman"/>
                  <a:ea typeface="微軟正黑體"/>
                </a:rPr>
                <a:t>B1</a:t>
              </a:r>
              <a:r>
                <a:rPr lang="zh-TW" sz="1400" b="1" u="none" strike="noStrike">
                  <a:solidFill>
                    <a:srgbClr val="FFFFFF"/>
                  </a:solidFill>
                  <a:effectLst/>
                  <a:uFillTx/>
                  <a:latin typeface="Times New Roman"/>
                  <a:ea typeface="微軟正黑體"/>
                </a:rPr>
                <a:t>工作項目</a:t>
              </a:r>
              <a:endParaRPr lang="en-US" sz="1400" b="0" u="none" strike="noStrike">
                <a:solidFill>
                  <a:srgbClr val="000000"/>
                </a:solidFill>
                <a:effectLst/>
                <a:uFillTx/>
                <a:latin typeface="Arial"/>
              </a:endParaRPr>
            </a:p>
          </p:txBody>
        </p:sp>
        <p:sp>
          <p:nvSpPr>
            <p:cNvPr id="131" name="AutoShape 26"/>
            <p:cNvSpPr/>
            <p:nvPr/>
          </p:nvSpPr>
          <p:spPr>
            <a:xfrm>
              <a:off x="6717600" y="4074120"/>
              <a:ext cx="1864800" cy="306000"/>
            </a:xfrm>
            <a:custGeom>
              <a:avLst/>
              <a:gdLst>
                <a:gd name="textAreaLeft" fmla="*/ 14760 w 1864800"/>
                <a:gd name="textAreaRight" fmla="*/ 1850040 w 1864800"/>
                <a:gd name="textAreaTop" fmla="*/ 14760 h 306000"/>
                <a:gd name="textAreaBottom" fmla="*/ 291240 h 306000"/>
              </a:gdLst>
              <a:ahLst/>
              <a:cxnLst/>
              <a:rect l="textAreaLeft" t="textAreaTop" r="textAreaRight" b="textAreaBottom"/>
              <a:pathLst>
                <a:path w="131504" h="21600">
                  <a:moveTo>
                    <a:pt x="3600" y="0"/>
                  </a:moveTo>
                  <a:lnTo>
                    <a:pt x="3600" y="0"/>
                  </a:lnTo>
                  <a:arcTo wR="3600" hR="3600" stAng="-5400000" swAng="-5400000"/>
                  <a:lnTo>
                    <a:pt x="0" y="3600"/>
                  </a:lnTo>
                  <a:arcTo wR="0" hR="0" stAng="0" swAng="0"/>
                  <a:lnTo>
                    <a:pt x="0" y="18000"/>
                  </a:lnTo>
                  <a:lnTo>
                    <a:pt x="0" y="18000"/>
                  </a:lnTo>
                  <a:arcTo wR="3600" hR="3600" stAng="-10800000" swAng="-5400000"/>
                  <a:lnTo>
                    <a:pt x="3600" y="21600"/>
                  </a:lnTo>
                  <a:arcTo wR="0" hR="0" stAng="0" swAng="0"/>
                  <a:lnTo>
                    <a:pt x="127904" y="21600"/>
                  </a:lnTo>
                  <a:lnTo>
                    <a:pt x="127904" y="21600"/>
                  </a:lnTo>
                  <a:arcTo wR="3600" hR="3600" stAng="5400000" swAng="-5400000"/>
                  <a:lnTo>
                    <a:pt x="131504" y="18000"/>
                  </a:lnTo>
                  <a:arcTo wR="0" hR="0" stAng="0" swAng="0"/>
                  <a:lnTo>
                    <a:pt x="131504" y="3600"/>
                  </a:lnTo>
                  <a:lnTo>
                    <a:pt x="131504" y="3600"/>
                  </a:lnTo>
                  <a:arcTo wR="3600" hR="3600" stAng="0" swAng="-5400000"/>
                  <a:lnTo>
                    <a:pt x="127904" y="0"/>
                  </a:lnTo>
                  <a:arcTo wR="0" hR="0" stAng="0" swAng="0"/>
                  <a:close/>
                </a:path>
              </a:pathLst>
            </a:custGeom>
            <a:solidFill>
              <a:srgbClr val="00B0F0"/>
            </a:solidFill>
            <a:ln w="9360">
              <a:solidFill>
                <a:srgbClr val="000000"/>
              </a:solidFill>
              <a:round/>
            </a:ln>
          </p:spPr>
          <p:style>
            <a:lnRef idx="0"/>
            <a:fillRef idx="0"/>
            <a:effectRef idx="0"/>
            <a:fontRef idx="minor"/>
          </p:style>
          <p:txBody>
            <a:bodyPr anchor="t">
              <a:noAutofit/>
            </a:bodyPr>
            <a:p>
              <a:pPr>
                <a:lnSpc>
                  <a:spcPct val="100000"/>
                </a:lnSpc>
              </a:pPr>
              <a:r>
                <a:rPr lang="en-US" sz="1400" b="1" u="none" strike="noStrike">
                  <a:solidFill>
                    <a:srgbClr val="FFFFFF"/>
                  </a:solidFill>
                  <a:effectLst/>
                  <a:uFillTx/>
                  <a:latin typeface="Times New Roman"/>
                  <a:ea typeface="微軟正黑體"/>
                </a:rPr>
                <a:t>B2</a:t>
              </a:r>
              <a:r>
                <a:rPr lang="zh-TW" sz="1400" b="1" u="none" strike="noStrike">
                  <a:solidFill>
                    <a:srgbClr val="FFFFFF"/>
                  </a:solidFill>
                  <a:effectLst/>
                  <a:uFillTx/>
                  <a:latin typeface="Times New Roman"/>
                  <a:ea typeface="微軟正黑體"/>
                </a:rPr>
                <a:t>工作項目</a:t>
              </a:r>
              <a:endParaRPr lang="en-US" sz="1400" b="0" u="none" strike="noStrike">
                <a:solidFill>
                  <a:srgbClr val="000000"/>
                </a:solidFill>
                <a:effectLst/>
                <a:uFillTx/>
                <a:latin typeface="Arial"/>
              </a:endParaRPr>
            </a:p>
          </p:txBody>
        </p:sp>
        <p:sp>
          <p:nvSpPr>
            <p:cNvPr id="132" name="Text Box 16"/>
            <p:cNvSpPr txBox="1"/>
            <p:nvPr/>
          </p:nvSpPr>
          <p:spPr>
            <a:xfrm>
              <a:off x="8867880" y="1945080"/>
              <a:ext cx="1383120" cy="461520"/>
            </a:xfrm>
            <a:prstGeom prst="rect">
              <a:avLst/>
            </a:prstGeom>
            <a:noFill/>
            <a:ln w="0">
              <a:noFill/>
            </a:ln>
          </p:spPr>
          <p:txBody>
            <a:bodyPr anchor="t">
              <a:spAutoFit/>
            </a:bodyPr>
            <a:p>
              <a:pPr>
                <a:lnSpc>
                  <a:spcPct val="100000"/>
                </a:lnSpc>
              </a:pPr>
              <a:r>
                <a:rPr lang="zh-TW" sz="1200" b="0" u="none" strike="noStrike">
                  <a:solidFill>
                    <a:srgbClr val="000000"/>
                  </a:solidFill>
                  <a:effectLst/>
                  <a:uFillTx/>
                  <a:latin typeface="微軟正黑體"/>
                  <a:ea typeface="微軟正黑體"/>
                </a:rPr>
                <a:t>執行單位</a:t>
              </a:r>
              <a:r>
                <a:rPr lang="en-US" sz="1200" b="0" u="none" strike="noStrike">
                  <a:solidFill>
                    <a:srgbClr val="000000"/>
                  </a:solidFill>
                  <a:effectLst/>
                  <a:uFillTx/>
                  <a:latin typeface="微軟正黑體"/>
                  <a:ea typeface="微軟正黑體"/>
                </a:rPr>
                <a:t>: XX</a:t>
              </a:r>
              <a:endParaRPr lang="en-US" sz="1200" b="0" u="none" strike="noStrike">
                <a:solidFill>
                  <a:srgbClr val="000000"/>
                </a:solidFill>
                <a:effectLst/>
                <a:uFillTx/>
                <a:latin typeface="Arial"/>
              </a:endParaRPr>
            </a:p>
            <a:p>
              <a:pPr>
                <a:lnSpc>
                  <a:spcPct val="100000"/>
                </a:lnSpc>
              </a:pPr>
              <a:r>
                <a:rPr lang="zh-TW" sz="1200" b="0" u="none" strike="noStrike">
                  <a:solidFill>
                    <a:srgbClr val="000000"/>
                  </a:solidFill>
                  <a:effectLst/>
                  <a:uFillTx/>
                  <a:latin typeface="微軟正黑體"/>
                  <a:ea typeface="微軟正黑體"/>
                </a:rPr>
                <a:t>委託單位</a:t>
              </a:r>
              <a:r>
                <a:rPr lang="en-US" sz="1200" b="0" u="none" strike="noStrike">
                  <a:solidFill>
                    <a:srgbClr val="000000"/>
                  </a:solidFill>
                  <a:effectLst/>
                  <a:uFillTx/>
                  <a:latin typeface="微軟正黑體"/>
                  <a:ea typeface="微軟正黑體"/>
                </a:rPr>
                <a:t>: OO</a:t>
              </a:r>
              <a:endParaRPr lang="en-US" sz="1200" b="0" u="none" strike="noStrike">
                <a:solidFill>
                  <a:srgbClr val="000000"/>
                </a:solidFill>
                <a:effectLst/>
                <a:uFillTx/>
                <a:latin typeface="Arial"/>
              </a:endParaRPr>
            </a:p>
          </p:txBody>
        </p:sp>
        <p:sp>
          <p:nvSpPr>
            <p:cNvPr id="133" name="Text Box 10"/>
            <p:cNvSpPr txBox="1"/>
            <p:nvPr/>
          </p:nvSpPr>
          <p:spPr>
            <a:xfrm>
              <a:off x="4609080" y="5476320"/>
              <a:ext cx="1121040" cy="518760"/>
            </a:xfrm>
            <a:prstGeom prst="rect">
              <a:avLst/>
            </a:prstGeom>
            <a:noFill/>
            <a:ln w="0">
              <a:noFill/>
            </a:ln>
          </p:spPr>
          <p:txBody>
            <a:bodyPr anchor="t">
              <a:spAutoFit/>
            </a:bodyPr>
            <a:p>
              <a:pPr>
                <a:lnSpc>
                  <a:spcPct val="100000"/>
                </a:lnSpc>
              </a:pPr>
              <a:r>
                <a:rPr lang="zh-TW" sz="1400" b="0" u="none" strike="noStrike">
                  <a:solidFill>
                    <a:srgbClr val="000000"/>
                  </a:solidFill>
                  <a:effectLst/>
                  <a:uFillTx/>
                  <a:latin typeface="微軟正黑體"/>
                  <a:ea typeface="微軟正黑體"/>
                </a:rPr>
                <a:t>權重：</a:t>
              </a:r>
              <a:r>
                <a:rPr lang="en-US" sz="1400" b="0" u="none" strike="noStrike">
                  <a:solidFill>
                    <a:srgbClr val="000000"/>
                  </a:solidFill>
                  <a:effectLst/>
                  <a:uFillTx/>
                  <a:latin typeface="微軟正黑體"/>
                  <a:ea typeface="微軟正黑體"/>
                </a:rPr>
                <a:t>XX%</a:t>
              </a:r>
              <a:endParaRPr lang="en-US" sz="1400" b="0" u="none" strike="noStrike">
                <a:solidFill>
                  <a:srgbClr val="000000"/>
                </a:solidFill>
                <a:effectLst/>
                <a:uFillTx/>
                <a:latin typeface="Arial"/>
              </a:endParaRPr>
            </a:p>
          </p:txBody>
        </p:sp>
        <p:sp>
          <p:nvSpPr>
            <p:cNvPr id="134" name="AutoShape 11"/>
            <p:cNvSpPr/>
            <p:nvPr/>
          </p:nvSpPr>
          <p:spPr>
            <a:xfrm>
              <a:off x="4659480" y="5065200"/>
              <a:ext cx="1566000" cy="360000"/>
            </a:xfrm>
            <a:custGeom>
              <a:avLst/>
              <a:gdLst>
                <a:gd name="textAreaLeft" fmla="*/ 17280 w 1566000"/>
                <a:gd name="textAreaRight" fmla="*/ 1548720 w 1566000"/>
                <a:gd name="textAreaTop" fmla="*/ 17280 h 360000"/>
                <a:gd name="textAreaBottom" fmla="*/ 342720 h 360000"/>
              </a:gdLst>
              <a:ahLst/>
              <a:cxnLst/>
              <a:rect l="textAreaLeft" t="textAreaTop" r="textAreaRight" b="textAreaBottom"/>
              <a:pathLst>
                <a:path w="93888" h="21600">
                  <a:moveTo>
                    <a:pt x="3600" y="0"/>
                  </a:moveTo>
                  <a:lnTo>
                    <a:pt x="3600" y="0"/>
                  </a:lnTo>
                  <a:arcTo wR="3600" hR="3600" stAng="-5400000" swAng="-5400000"/>
                  <a:lnTo>
                    <a:pt x="0" y="3600"/>
                  </a:lnTo>
                  <a:arcTo wR="0" hR="0" stAng="0" swAng="0"/>
                  <a:lnTo>
                    <a:pt x="0" y="18000"/>
                  </a:lnTo>
                  <a:lnTo>
                    <a:pt x="0" y="18000"/>
                  </a:lnTo>
                  <a:arcTo wR="3600" hR="3600" stAng="-10800000" swAng="-5400000"/>
                  <a:lnTo>
                    <a:pt x="3600" y="21600"/>
                  </a:lnTo>
                  <a:arcTo wR="0" hR="0" stAng="0" swAng="0"/>
                  <a:lnTo>
                    <a:pt x="90288" y="21600"/>
                  </a:lnTo>
                  <a:lnTo>
                    <a:pt x="90288" y="21600"/>
                  </a:lnTo>
                  <a:arcTo wR="3600" hR="3600" stAng="5400000" swAng="-5400000"/>
                  <a:lnTo>
                    <a:pt x="93888" y="18000"/>
                  </a:lnTo>
                  <a:arcTo wR="0" hR="0" stAng="0" swAng="0"/>
                  <a:lnTo>
                    <a:pt x="93888" y="3600"/>
                  </a:lnTo>
                  <a:lnTo>
                    <a:pt x="93888" y="3600"/>
                  </a:lnTo>
                  <a:arcTo wR="3600" hR="3600" stAng="0" swAng="-5400000"/>
                  <a:lnTo>
                    <a:pt x="90288" y="0"/>
                  </a:lnTo>
                  <a:arcTo wR="0" hR="0" stAng="0" swAng="0"/>
                  <a:close/>
                </a:path>
              </a:pathLst>
            </a:custGeom>
            <a:solidFill>
              <a:srgbClr val="00B050"/>
            </a:solidFill>
            <a:ln w="9360">
              <a:solidFill>
                <a:srgbClr val="000000"/>
              </a:solidFill>
              <a:round/>
            </a:ln>
          </p:spPr>
          <p:style>
            <a:lnRef idx="0"/>
            <a:fillRef idx="0"/>
            <a:effectRef idx="0"/>
            <a:fontRef idx="minor"/>
          </p:style>
          <p:txBody>
            <a:bodyPr anchor="t">
              <a:noAutofit/>
            </a:bodyPr>
            <a:p>
              <a:pPr marL="88920" indent="-88920">
                <a:lnSpc>
                  <a:spcPct val="100000"/>
                </a:lnSpc>
              </a:pPr>
              <a:r>
                <a:rPr lang="en-US" sz="1400" b="1" u="none" strike="noStrike">
                  <a:solidFill>
                    <a:srgbClr val="FFFFFF"/>
                  </a:solidFill>
                  <a:effectLst/>
                  <a:uFillTx/>
                  <a:latin typeface="Times New Roman"/>
                  <a:ea typeface="微軟正黑體"/>
                </a:rPr>
                <a:t>C </a:t>
              </a:r>
              <a:r>
                <a:rPr lang="zh-TW" sz="1400" b="1" u="none" strike="noStrike">
                  <a:solidFill>
                    <a:srgbClr val="FFFFFF"/>
                  </a:solidFill>
                  <a:effectLst/>
                  <a:uFillTx/>
                  <a:latin typeface="Times New Roman"/>
                  <a:ea typeface="微軟正黑體"/>
                </a:rPr>
                <a:t>分項</a:t>
              </a:r>
              <a:r>
                <a:rPr lang="zh-TW" sz="1400" b="1" u="none" strike="noStrike">
                  <a:solidFill>
                    <a:srgbClr val="FFFFFF"/>
                  </a:solidFill>
                  <a:effectLst/>
                  <a:uFillTx/>
                  <a:latin typeface="Times New Roman"/>
                  <a:ea typeface="微軟正黑體"/>
                </a:rPr>
                <a:t>計畫</a:t>
              </a:r>
              <a:endParaRPr lang="en-US" sz="1400" b="0" u="none" strike="noStrike">
                <a:solidFill>
                  <a:srgbClr val="FFFFFF"/>
                </a:solidFill>
                <a:effectLst/>
                <a:uFillTx/>
                <a:latin typeface="Arial"/>
              </a:endParaRPr>
            </a:p>
          </p:txBody>
        </p:sp>
        <p:sp>
          <p:nvSpPr>
            <p:cNvPr id="135" name="Text Box 16"/>
            <p:cNvSpPr txBox="1"/>
            <p:nvPr/>
          </p:nvSpPr>
          <p:spPr>
            <a:xfrm>
              <a:off x="8867880" y="2590200"/>
              <a:ext cx="1383120" cy="276840"/>
            </a:xfrm>
            <a:prstGeom prst="rect">
              <a:avLst/>
            </a:prstGeom>
            <a:noFill/>
            <a:ln w="0">
              <a:noFill/>
            </a:ln>
          </p:spPr>
          <p:txBody>
            <a:bodyPr anchor="t">
              <a:spAutoFit/>
            </a:bodyPr>
            <a:p>
              <a:pPr>
                <a:lnSpc>
                  <a:spcPct val="100000"/>
                </a:lnSpc>
              </a:pPr>
              <a:r>
                <a:rPr lang="zh-TW" sz="1200" b="0" u="none" strike="noStrike">
                  <a:solidFill>
                    <a:srgbClr val="000000"/>
                  </a:solidFill>
                  <a:effectLst/>
                  <a:uFillTx/>
                  <a:latin typeface="微軟正黑體"/>
                  <a:ea typeface="微軟正黑體"/>
                </a:rPr>
                <a:t>執行單位</a:t>
              </a:r>
              <a:r>
                <a:rPr lang="en-US" sz="1200" b="0" u="none" strike="noStrike">
                  <a:solidFill>
                    <a:srgbClr val="000000"/>
                  </a:solidFill>
                  <a:effectLst/>
                  <a:uFillTx/>
                  <a:latin typeface="微軟正黑體"/>
                  <a:ea typeface="微軟正黑體"/>
                </a:rPr>
                <a:t>: XX</a:t>
              </a:r>
              <a:endParaRPr lang="en-US" sz="1200" b="0" u="none" strike="noStrike">
                <a:solidFill>
                  <a:srgbClr val="000000"/>
                </a:solidFill>
                <a:effectLst/>
                <a:uFillTx/>
                <a:latin typeface="Arial"/>
              </a:endParaRPr>
            </a:p>
          </p:txBody>
        </p:sp>
        <p:sp>
          <p:nvSpPr>
            <p:cNvPr id="136" name="Text Box 16"/>
            <p:cNvSpPr txBox="1"/>
            <p:nvPr/>
          </p:nvSpPr>
          <p:spPr>
            <a:xfrm>
              <a:off x="8827560" y="3484440"/>
              <a:ext cx="1383120" cy="276840"/>
            </a:xfrm>
            <a:prstGeom prst="rect">
              <a:avLst/>
            </a:prstGeom>
            <a:noFill/>
            <a:ln w="0">
              <a:noFill/>
            </a:ln>
          </p:spPr>
          <p:txBody>
            <a:bodyPr anchor="t">
              <a:spAutoFit/>
            </a:bodyPr>
            <a:p>
              <a:pPr>
                <a:lnSpc>
                  <a:spcPct val="100000"/>
                </a:lnSpc>
              </a:pPr>
              <a:r>
                <a:rPr lang="zh-TW" sz="1200" b="0" u="none" strike="noStrike">
                  <a:solidFill>
                    <a:srgbClr val="000000"/>
                  </a:solidFill>
                  <a:effectLst/>
                  <a:uFillTx/>
                  <a:latin typeface="微軟正黑體"/>
                  <a:ea typeface="微軟正黑體"/>
                </a:rPr>
                <a:t>執行單位</a:t>
              </a:r>
              <a:r>
                <a:rPr lang="en-US" sz="1200" b="0" u="none" strike="noStrike">
                  <a:solidFill>
                    <a:srgbClr val="000000"/>
                  </a:solidFill>
                  <a:effectLst/>
                  <a:uFillTx/>
                  <a:latin typeface="微軟正黑體"/>
                  <a:ea typeface="微軟正黑體"/>
                </a:rPr>
                <a:t>: XX</a:t>
              </a:r>
              <a:endParaRPr lang="en-US" sz="1200" b="0" u="none" strike="noStrike">
                <a:solidFill>
                  <a:srgbClr val="000000"/>
                </a:solidFill>
                <a:effectLst/>
                <a:uFillTx/>
                <a:latin typeface="Arial"/>
              </a:endParaRPr>
            </a:p>
          </p:txBody>
        </p:sp>
        <p:sp>
          <p:nvSpPr>
            <p:cNvPr id="137" name="Text Box 16"/>
            <p:cNvSpPr txBox="1"/>
            <p:nvPr/>
          </p:nvSpPr>
          <p:spPr>
            <a:xfrm>
              <a:off x="8827560" y="4098240"/>
              <a:ext cx="1383120" cy="276840"/>
            </a:xfrm>
            <a:prstGeom prst="rect">
              <a:avLst/>
            </a:prstGeom>
            <a:noFill/>
            <a:ln w="0">
              <a:noFill/>
            </a:ln>
          </p:spPr>
          <p:txBody>
            <a:bodyPr anchor="t">
              <a:spAutoFit/>
            </a:bodyPr>
            <a:p>
              <a:pPr>
                <a:lnSpc>
                  <a:spcPct val="100000"/>
                </a:lnSpc>
              </a:pPr>
              <a:r>
                <a:rPr lang="zh-TW" sz="1200" b="0" u="none" strike="noStrike">
                  <a:solidFill>
                    <a:srgbClr val="000000"/>
                  </a:solidFill>
                  <a:effectLst/>
                  <a:uFillTx/>
                  <a:latin typeface="微軟正黑體"/>
                  <a:ea typeface="微軟正黑體"/>
                </a:rPr>
                <a:t>驗證單位</a:t>
              </a:r>
              <a:r>
                <a:rPr lang="en-US" sz="1200" b="0" u="none" strike="noStrike">
                  <a:solidFill>
                    <a:srgbClr val="000000"/>
                  </a:solidFill>
                  <a:effectLst/>
                  <a:uFillTx/>
                  <a:latin typeface="微軟正黑體"/>
                  <a:ea typeface="微軟正黑體"/>
                </a:rPr>
                <a:t>:</a:t>
              </a:r>
              <a:r>
                <a:rPr lang="en-US" sz="1200" b="0" u="none" strike="noStrike">
                  <a:solidFill>
                    <a:srgbClr val="000000"/>
                  </a:solidFill>
                  <a:effectLst/>
                  <a:uFillTx/>
                  <a:latin typeface="微軟正黑體"/>
                  <a:ea typeface="微軟正黑體"/>
                </a:rPr>
                <a:t>▲▲</a:t>
              </a:r>
              <a:endParaRPr lang="en-US" sz="1200" b="0" u="none" strike="noStrike">
                <a:solidFill>
                  <a:srgbClr val="000000"/>
                </a:solidFill>
                <a:effectLst/>
                <a:uFillTx/>
                <a:latin typeface="Arial"/>
              </a:endParaRPr>
            </a:p>
          </p:txBody>
        </p:sp>
        <p:sp>
          <p:nvSpPr>
            <p:cNvPr id="138" name="文字方塊 76"/>
            <p:cNvSpPr txBox="1"/>
            <p:nvPr/>
          </p:nvSpPr>
          <p:spPr>
            <a:xfrm>
              <a:off x="1371960" y="2395800"/>
              <a:ext cx="738720" cy="3240000"/>
            </a:xfrm>
            <a:prstGeom prst="rect">
              <a:avLst/>
            </a:prstGeom>
            <a:noFill/>
            <a:ln w="0">
              <a:noFill/>
            </a:ln>
          </p:spPr>
          <p:txBody>
            <a:bodyPr lIns="45720" tIns="91440" rIns="45720" bIns="91440" anchor="t" vert="eaVert">
              <a:noAutofit/>
            </a:bodyPr>
            <a:p>
              <a:pPr algn="ctr">
                <a:lnSpc>
                  <a:spcPct val="100000"/>
                </a:lnSpc>
              </a:pPr>
              <a:r>
                <a:rPr lang="zh-TW" sz="1800" b="1" u="none" strike="noStrike">
                  <a:solidFill>
                    <a:srgbClr val="FFFFFF"/>
                  </a:solidFill>
                  <a:effectLst/>
                  <a:uFillTx/>
                  <a:latin typeface="Times New Roman"/>
                  <a:ea typeface="微軟正黑體"/>
                </a:rPr>
                <a:t>ＸＸＸ計畫（計畫名稱）</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p:txBody>
        </p:sp>
      </p:grpSp>
      <p:cxnSp>
        <p:nvCxnSpPr>
          <p:cNvPr id="139" name="直線接點 50"/>
          <p:cNvCxnSpPr/>
          <p:nvPr/>
        </p:nvCxnSpPr>
        <p:spPr>
          <a:xfrm>
            <a:off x="3367800" y="3940200"/>
            <a:ext cx="1241640" cy="360"/>
          </a:xfrm>
          <a:prstGeom prst="straightConnector1">
            <a:avLst/>
          </a:prstGeom>
          <a:ln w="19080">
            <a:solidFill>
              <a:srgbClr val="156082"/>
            </a:solidFill>
            <a:miter/>
          </a:ln>
        </p:spPr>
      </p:cxnSp>
      <p:cxnSp>
        <p:nvCxnSpPr>
          <p:cNvPr id="140" name="直線接點 52"/>
          <p:cNvCxnSpPr/>
          <p:nvPr/>
        </p:nvCxnSpPr>
        <p:spPr>
          <a:xfrm>
            <a:off x="3398400" y="5227920"/>
            <a:ext cx="1211040" cy="360"/>
          </a:xfrm>
          <a:prstGeom prst="straightConnector1">
            <a:avLst/>
          </a:prstGeom>
          <a:ln w="19080">
            <a:solidFill>
              <a:srgbClr val="156082"/>
            </a:solidFill>
            <a:miter/>
          </a:ln>
        </p:spPr>
      </p:cxnSp>
      <p:grpSp>
        <p:nvGrpSpPr>
          <p:cNvPr id="141" name="群組 82"/>
          <p:cNvGrpSpPr/>
          <p:nvPr/>
        </p:nvGrpSpPr>
        <p:grpSpPr>
          <a:xfrm>
            <a:off x="2211840" y="2418480"/>
            <a:ext cx="2397240" cy="2812680"/>
            <a:chOff x="2211840" y="2418480"/>
            <a:chExt cx="2397240" cy="2812680"/>
          </a:xfrm>
        </p:grpSpPr>
        <p:cxnSp>
          <p:nvCxnSpPr>
            <p:cNvPr id="142" name="接點: 肘形 43"/>
            <p:cNvCxnSpPr/>
            <p:nvPr/>
          </p:nvCxnSpPr>
          <p:spPr>
            <a:xfrm flipV="1">
              <a:off x="2211840" y="2418480"/>
              <a:ext cx="2397600" cy="1522800"/>
            </a:xfrm>
            <a:prstGeom prst="bentConnector2">
              <a:avLst/>
            </a:prstGeom>
            <a:ln w="19080">
              <a:solidFill>
                <a:srgbClr val="156082"/>
              </a:solidFill>
              <a:miter/>
            </a:ln>
          </p:spPr>
        </p:cxnSp>
        <p:cxnSp>
          <p:nvCxnSpPr>
            <p:cNvPr id="143" name="直線接點 53"/>
            <p:cNvCxnSpPr/>
            <p:nvPr/>
          </p:nvCxnSpPr>
          <p:spPr>
            <a:xfrm>
              <a:off x="3407400" y="3940200"/>
              <a:ext cx="360" cy="1291320"/>
            </a:xfrm>
            <a:prstGeom prst="straightConnector1">
              <a:avLst/>
            </a:prstGeom>
            <a:ln w="19080">
              <a:solidFill>
                <a:srgbClr val="156082"/>
              </a:solidFill>
              <a:miter/>
            </a:ln>
          </p:spPr>
        </p:cxnSp>
      </p:grpSp>
      <p:grpSp>
        <p:nvGrpSpPr>
          <p:cNvPr id="144" name="群組 116"/>
          <p:cNvGrpSpPr/>
          <p:nvPr/>
        </p:nvGrpSpPr>
        <p:grpSpPr>
          <a:xfrm>
            <a:off x="6221520" y="2156040"/>
            <a:ext cx="474840" cy="567720"/>
            <a:chOff x="6221520" y="2156040"/>
            <a:chExt cx="474840" cy="567720"/>
          </a:xfrm>
        </p:grpSpPr>
        <p:cxnSp>
          <p:nvCxnSpPr>
            <p:cNvPr id="145" name="直線接點 98"/>
            <p:cNvCxnSpPr/>
            <p:nvPr/>
          </p:nvCxnSpPr>
          <p:spPr>
            <a:xfrm>
              <a:off x="6511320" y="2157840"/>
              <a:ext cx="181440" cy="360"/>
            </a:xfrm>
            <a:prstGeom prst="straightConnector1">
              <a:avLst/>
            </a:prstGeom>
            <a:ln w="19080">
              <a:solidFill>
                <a:srgbClr val="156082"/>
              </a:solidFill>
              <a:miter/>
            </a:ln>
          </p:spPr>
        </p:cxnSp>
        <p:cxnSp>
          <p:nvCxnSpPr>
            <p:cNvPr id="146" name="直線接點 94"/>
            <p:cNvCxnSpPr/>
            <p:nvPr/>
          </p:nvCxnSpPr>
          <p:spPr>
            <a:xfrm>
              <a:off x="6221520" y="2435760"/>
              <a:ext cx="288360" cy="360"/>
            </a:xfrm>
            <a:prstGeom prst="straightConnector1">
              <a:avLst/>
            </a:prstGeom>
            <a:ln w="19080">
              <a:solidFill>
                <a:srgbClr val="156082"/>
              </a:solidFill>
              <a:miter/>
            </a:ln>
          </p:spPr>
        </p:cxnSp>
        <p:cxnSp>
          <p:nvCxnSpPr>
            <p:cNvPr id="147" name="直線接點 96"/>
            <p:cNvCxnSpPr/>
            <p:nvPr/>
          </p:nvCxnSpPr>
          <p:spPr>
            <a:xfrm>
              <a:off x="6518880" y="2156040"/>
              <a:ext cx="360" cy="288360"/>
            </a:xfrm>
            <a:prstGeom prst="straightConnector1">
              <a:avLst/>
            </a:prstGeom>
            <a:ln w="19080">
              <a:solidFill>
                <a:srgbClr val="156082"/>
              </a:solidFill>
              <a:miter/>
            </a:ln>
          </p:spPr>
        </p:cxnSp>
        <p:grpSp>
          <p:nvGrpSpPr>
            <p:cNvPr id="148" name="群組 108"/>
            <p:cNvGrpSpPr/>
            <p:nvPr/>
          </p:nvGrpSpPr>
          <p:grpSpPr>
            <a:xfrm>
              <a:off x="6515280" y="2435760"/>
              <a:ext cx="181080" cy="288000"/>
              <a:chOff x="6515280" y="2435760"/>
              <a:chExt cx="181080" cy="288000"/>
            </a:xfrm>
          </p:grpSpPr>
          <p:cxnSp>
            <p:nvCxnSpPr>
              <p:cNvPr id="149" name="直線接點 106"/>
              <p:cNvCxnSpPr/>
              <p:nvPr/>
            </p:nvCxnSpPr>
            <p:spPr>
              <a:xfrm>
                <a:off x="6518880" y="2435760"/>
                <a:ext cx="360" cy="288360"/>
              </a:xfrm>
              <a:prstGeom prst="straightConnector1">
                <a:avLst/>
              </a:prstGeom>
              <a:ln w="19080">
                <a:solidFill>
                  <a:srgbClr val="156082"/>
                </a:solidFill>
                <a:miter/>
              </a:ln>
            </p:spPr>
          </p:cxnSp>
          <p:cxnSp>
            <p:nvCxnSpPr>
              <p:cNvPr id="150" name="直線接點 107"/>
              <p:cNvCxnSpPr/>
              <p:nvPr/>
            </p:nvCxnSpPr>
            <p:spPr>
              <a:xfrm>
                <a:off x="6515280" y="2716200"/>
                <a:ext cx="181440" cy="360"/>
              </a:xfrm>
              <a:prstGeom prst="straightConnector1">
                <a:avLst/>
              </a:prstGeom>
              <a:ln w="19080">
                <a:solidFill>
                  <a:srgbClr val="156082"/>
                </a:solidFill>
                <a:miter/>
              </a:ln>
            </p:spPr>
          </p:cxnSp>
        </p:grpSp>
      </p:grpSp>
      <p:grpSp>
        <p:nvGrpSpPr>
          <p:cNvPr id="151" name="群組 117"/>
          <p:cNvGrpSpPr/>
          <p:nvPr/>
        </p:nvGrpSpPr>
        <p:grpSpPr>
          <a:xfrm>
            <a:off x="6221520" y="3687840"/>
            <a:ext cx="474840" cy="567360"/>
            <a:chOff x="6221520" y="3687840"/>
            <a:chExt cx="474840" cy="567360"/>
          </a:xfrm>
        </p:grpSpPr>
        <p:cxnSp>
          <p:nvCxnSpPr>
            <p:cNvPr id="152" name="直線接點 118"/>
            <p:cNvCxnSpPr/>
            <p:nvPr/>
          </p:nvCxnSpPr>
          <p:spPr>
            <a:xfrm>
              <a:off x="6511320" y="3689280"/>
              <a:ext cx="181440" cy="360"/>
            </a:xfrm>
            <a:prstGeom prst="straightConnector1">
              <a:avLst/>
            </a:prstGeom>
            <a:ln w="19080">
              <a:solidFill>
                <a:srgbClr val="156082"/>
              </a:solidFill>
              <a:miter/>
            </a:ln>
          </p:spPr>
        </p:cxnSp>
        <p:cxnSp>
          <p:nvCxnSpPr>
            <p:cNvPr id="153" name="直線接點 119"/>
            <p:cNvCxnSpPr/>
            <p:nvPr/>
          </p:nvCxnSpPr>
          <p:spPr>
            <a:xfrm>
              <a:off x="6221520" y="3967200"/>
              <a:ext cx="288360" cy="360"/>
            </a:xfrm>
            <a:prstGeom prst="straightConnector1">
              <a:avLst/>
            </a:prstGeom>
            <a:ln w="19080">
              <a:solidFill>
                <a:srgbClr val="156082"/>
              </a:solidFill>
              <a:miter/>
            </a:ln>
          </p:spPr>
        </p:cxnSp>
        <p:cxnSp>
          <p:nvCxnSpPr>
            <p:cNvPr id="154" name="直線接點 120"/>
            <p:cNvCxnSpPr/>
            <p:nvPr/>
          </p:nvCxnSpPr>
          <p:spPr>
            <a:xfrm>
              <a:off x="6518880" y="3687840"/>
              <a:ext cx="360" cy="288360"/>
            </a:xfrm>
            <a:prstGeom prst="straightConnector1">
              <a:avLst/>
            </a:prstGeom>
            <a:ln w="19080">
              <a:solidFill>
                <a:srgbClr val="156082"/>
              </a:solidFill>
              <a:miter/>
            </a:ln>
          </p:spPr>
        </p:cxnSp>
        <p:grpSp>
          <p:nvGrpSpPr>
            <p:cNvPr id="155" name="群組 121"/>
            <p:cNvGrpSpPr/>
            <p:nvPr/>
          </p:nvGrpSpPr>
          <p:grpSpPr>
            <a:xfrm>
              <a:off x="6515280" y="3967200"/>
              <a:ext cx="181080" cy="288000"/>
              <a:chOff x="6515280" y="3967200"/>
              <a:chExt cx="181080" cy="288000"/>
            </a:xfrm>
          </p:grpSpPr>
          <p:cxnSp>
            <p:nvCxnSpPr>
              <p:cNvPr id="156" name="直線接點 122"/>
              <p:cNvCxnSpPr/>
              <p:nvPr/>
            </p:nvCxnSpPr>
            <p:spPr>
              <a:xfrm>
                <a:off x="6518880" y="3967200"/>
                <a:ext cx="360" cy="288360"/>
              </a:xfrm>
              <a:prstGeom prst="straightConnector1">
                <a:avLst/>
              </a:prstGeom>
              <a:ln w="19080">
                <a:solidFill>
                  <a:srgbClr val="156082"/>
                </a:solidFill>
                <a:miter/>
              </a:ln>
            </p:spPr>
          </p:cxnSp>
          <p:cxnSp>
            <p:nvCxnSpPr>
              <p:cNvPr id="157" name="直線接點 123"/>
              <p:cNvCxnSpPr/>
              <p:nvPr/>
            </p:nvCxnSpPr>
            <p:spPr>
              <a:xfrm>
                <a:off x="6515280" y="4247640"/>
                <a:ext cx="181440" cy="360"/>
              </a:xfrm>
              <a:prstGeom prst="straightConnector1">
                <a:avLst/>
              </a:prstGeom>
              <a:ln w="19080">
                <a:solidFill>
                  <a:srgbClr val="156082"/>
                </a:solidFill>
                <a:miter/>
              </a:ln>
            </p:spPr>
          </p:cxnSp>
        </p:grpSp>
      </p:grpSp>
      <p:sp>
        <p:nvSpPr>
          <p:cNvPr id="158" name="標題 1"/>
          <p:cNvSpPr txBox="1"/>
          <p:nvPr/>
        </p:nvSpPr>
        <p:spPr>
          <a:xfrm>
            <a:off x="1981080" y="116640"/>
            <a:ext cx="8229600" cy="921960"/>
          </a:xfrm>
          <a:prstGeom prst="rect">
            <a:avLst/>
          </a:prstGeom>
          <a:noFill/>
          <a:ln w="0">
            <a:noFill/>
          </a:ln>
        </p:spPr>
        <p:txBody>
          <a:bodyPr anchor="ctr" anchorCtr="1">
            <a:normAutofit/>
          </a:bodyPr>
          <a:p>
            <a:pPr algn="ctr">
              <a:lnSpc>
                <a:spcPct val="100000"/>
              </a:lnSpc>
            </a:pPr>
            <a:r>
              <a:rPr lang="zh-TW" sz="3600" b="1" u="none" strike="noStrike">
                <a:solidFill>
                  <a:srgbClr val="C00000"/>
                </a:solidFill>
                <a:effectLst/>
                <a:uFillTx/>
                <a:latin typeface="微軟正黑體"/>
                <a:ea typeface="微軟正黑體"/>
              </a:rPr>
              <a:t>五</a:t>
            </a:r>
            <a:r>
              <a:rPr lang="zh-TW" sz="3600" b="1" u="none" strike="noStrike">
                <a:solidFill>
                  <a:srgbClr val="C00000"/>
                </a:solidFill>
                <a:effectLst/>
                <a:uFillTx/>
                <a:latin typeface="微軟正黑體"/>
                <a:ea typeface="微軟正黑體"/>
              </a:rPr>
              <a:t>、實施方法</a:t>
            </a:r>
            <a:endParaRPr lang="en-US" sz="36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9" name="標題 1"/>
          <p:cNvSpPr txBox="1"/>
          <p:nvPr/>
        </p:nvSpPr>
        <p:spPr>
          <a:xfrm>
            <a:off x="1080720" y="2288880"/>
            <a:ext cx="8229600" cy="1143000"/>
          </a:xfrm>
          <a:prstGeom prst="rect">
            <a:avLst/>
          </a:prstGeom>
          <a:noFill/>
          <a:ln w="0">
            <a:noFill/>
          </a:ln>
        </p:spPr>
        <p:txBody>
          <a:bodyPr anchor="t">
            <a:normAutofit/>
          </a:bodyPr>
          <a:p>
            <a:pPr>
              <a:lnSpc>
                <a:spcPct val="90000"/>
              </a:lnSpc>
            </a:pPr>
            <a:r>
              <a:rPr lang="en-US" sz="2400" b="0" u="none" strike="noStrike">
                <a:solidFill>
                  <a:srgbClr val="000000"/>
                </a:solidFill>
                <a:effectLst/>
                <a:uFillTx/>
                <a:latin typeface="Times New Roman"/>
                <a:ea typeface="微軟正黑體"/>
              </a:rPr>
              <a:t>A</a:t>
            </a:r>
            <a:r>
              <a:rPr lang="zh-TW" sz="2400" b="0" u="none" strike="noStrike">
                <a:solidFill>
                  <a:srgbClr val="000000"/>
                </a:solidFill>
                <a:effectLst/>
                <a:uFillTx/>
                <a:latin typeface="Times New Roman"/>
                <a:ea typeface="微軟正黑體"/>
              </a:rPr>
              <a:t>分項計畫</a:t>
            </a:r>
            <a:endParaRPr lang="en-US" sz="2400" b="0" u="none" strike="noStrike">
              <a:solidFill>
                <a:srgbClr val="000000"/>
              </a:solidFill>
              <a:effectLst/>
              <a:uFillTx/>
              <a:latin typeface="Arial"/>
            </a:endParaRPr>
          </a:p>
          <a:p>
            <a:pPr>
              <a:lnSpc>
                <a:spcPct val="90000"/>
              </a:lnSpc>
            </a:pPr>
            <a:endParaRPr lang="en-US" sz="2400" b="0" u="none" strike="noStrike">
              <a:solidFill>
                <a:srgbClr val="000000"/>
              </a:solidFill>
              <a:effectLst/>
              <a:uFillTx/>
              <a:latin typeface="Arial"/>
            </a:endParaRPr>
          </a:p>
          <a:p>
            <a:pPr>
              <a:lnSpc>
                <a:spcPct val="90000"/>
              </a:lnSpc>
            </a:pPr>
            <a:r>
              <a:rPr lang="en-US" sz="2400" b="0" u="none" strike="noStrike">
                <a:solidFill>
                  <a:srgbClr val="000000"/>
                </a:solidFill>
                <a:effectLst/>
                <a:uFillTx/>
                <a:latin typeface="Times New Roman"/>
                <a:ea typeface="微軟正黑體"/>
              </a:rPr>
              <a:t>B</a:t>
            </a:r>
            <a:r>
              <a:rPr lang="zh-TW" sz="2400" b="0" u="none" strike="noStrike">
                <a:solidFill>
                  <a:srgbClr val="000000"/>
                </a:solidFill>
                <a:effectLst/>
                <a:uFillTx/>
                <a:latin typeface="Times New Roman"/>
                <a:ea typeface="微軟正黑體"/>
              </a:rPr>
              <a:t>分項計畫</a:t>
            </a:r>
            <a:endParaRPr lang="en-US" sz="2400" b="0" u="none" strike="noStrike">
              <a:solidFill>
                <a:srgbClr val="000000"/>
              </a:solidFill>
              <a:effectLst/>
              <a:uFillTx/>
              <a:latin typeface="Arial"/>
            </a:endParaRPr>
          </a:p>
        </p:txBody>
      </p:sp>
      <p:sp>
        <p:nvSpPr>
          <p:cNvPr id="160" name="投影片編號版面配置區 5"/>
          <p:cNvSpPr txBox="1"/>
          <p:nvPr/>
        </p:nvSpPr>
        <p:spPr>
          <a:xfrm>
            <a:off x="9448920" y="6500160"/>
            <a:ext cx="2743200" cy="365040"/>
          </a:xfrm>
          <a:prstGeom prst="rect">
            <a:avLst/>
          </a:prstGeom>
          <a:noFill/>
          <a:ln w="0">
            <a:noFill/>
          </a:ln>
        </p:spPr>
        <p:txBody>
          <a:bodyPr anchor="t">
            <a:noAutofit/>
          </a:bodyPr>
          <a:p>
            <a:pPr algn="r">
              <a:lnSpc>
                <a:spcPct val="100000"/>
              </a:lnSpc>
            </a:pPr>
            <a:fld id="{11B60586-00D6-4979-8EDC-F77764A25E8E}" type="slidenum">
              <a:rPr lang="en-US" sz="1000" b="0" u="none" strike="noStrike">
                <a:solidFill>
                  <a:srgbClr val="000000"/>
                </a:solidFill>
                <a:effectLst/>
                <a:uFillTx/>
                <a:latin typeface="微軟正黑體"/>
                <a:ea typeface="微軟正黑體"/>
              </a:rPr>
              <a:t>15</a:t>
            </a:fld>
            <a:endParaRPr lang="en-US" sz="1000" b="0" u="none" strike="noStrike">
              <a:solidFill>
                <a:srgbClr val="000000"/>
              </a:solidFill>
              <a:effectLst/>
              <a:uFillTx/>
              <a:latin typeface="Arial"/>
            </a:endParaRPr>
          </a:p>
        </p:txBody>
      </p:sp>
      <p:sp>
        <p:nvSpPr>
          <p:cNvPr id="161" name="標題 1"/>
          <p:cNvSpPr txBox="1"/>
          <p:nvPr/>
        </p:nvSpPr>
        <p:spPr>
          <a:xfrm>
            <a:off x="614520" y="943920"/>
            <a:ext cx="4903920" cy="792000"/>
          </a:xfrm>
          <a:prstGeom prst="rect">
            <a:avLst/>
          </a:prstGeom>
          <a:noFill/>
          <a:ln w="0">
            <a:noFill/>
          </a:ln>
        </p:spPr>
        <p:txBody>
          <a:bodyPr anchor="ctr">
            <a:noAutofit/>
          </a:bodyPr>
          <a:p>
            <a:pPr>
              <a:lnSpc>
                <a:spcPct val="90000"/>
              </a:lnSpc>
            </a:pPr>
            <a:r>
              <a:rPr lang="en-US" sz="3200" b="1" u="none" strike="noStrike">
                <a:solidFill>
                  <a:srgbClr val="000000"/>
                </a:solidFill>
                <a:effectLst/>
                <a:uFillTx/>
                <a:latin typeface="微軟正黑體"/>
                <a:ea typeface="微軟正黑體"/>
              </a:rPr>
              <a:t>(</a:t>
            </a:r>
            <a:r>
              <a:rPr lang="zh-TW" sz="3200" b="1" u="none" strike="noStrike">
                <a:solidFill>
                  <a:srgbClr val="000000"/>
                </a:solidFill>
                <a:effectLst/>
                <a:uFillTx/>
                <a:latin typeface="微軟正黑體"/>
                <a:ea typeface="微軟正黑體"/>
              </a:rPr>
              <a:t>二</a:t>
            </a:r>
            <a:r>
              <a:rPr lang="en-US" sz="3200" b="1" u="none" strike="noStrike">
                <a:solidFill>
                  <a:srgbClr val="000000"/>
                </a:solidFill>
                <a:effectLst/>
                <a:uFillTx/>
                <a:latin typeface="微軟正黑體"/>
                <a:ea typeface="微軟正黑體"/>
              </a:rPr>
              <a:t>) </a:t>
            </a:r>
            <a:r>
              <a:rPr lang="zh-TW" sz="3200" b="1" u="none" strike="noStrike">
                <a:solidFill>
                  <a:srgbClr val="000000"/>
                </a:solidFill>
                <a:effectLst/>
                <a:uFillTx/>
                <a:latin typeface="微軟正黑體"/>
                <a:ea typeface="微軟正黑體"/>
              </a:rPr>
              <a:t>分項計畫說明</a:t>
            </a:r>
            <a:endParaRPr lang="en-US" sz="3200" b="0" u="none" strike="noStrike">
              <a:solidFill>
                <a:srgbClr val="000000"/>
              </a:solidFill>
              <a:effectLst/>
              <a:uFillTx/>
              <a:latin typeface="Arial"/>
            </a:endParaRPr>
          </a:p>
        </p:txBody>
      </p:sp>
      <p:sp>
        <p:nvSpPr>
          <p:cNvPr id="162" name="文字方塊 6"/>
          <p:cNvSpPr txBox="1"/>
          <p:nvPr/>
        </p:nvSpPr>
        <p:spPr>
          <a:xfrm>
            <a:off x="1080720" y="1666080"/>
            <a:ext cx="9885960" cy="399960"/>
          </a:xfrm>
          <a:prstGeom prst="rect">
            <a:avLst/>
          </a:prstGeom>
          <a:noFill/>
          <a:ln w="0">
            <a:noFill/>
          </a:ln>
        </p:spPr>
        <p:txBody>
          <a:bodyPr anchor="t">
            <a:spAutoFit/>
          </a:bodyPr>
          <a:p>
            <a:pPr>
              <a:lnSpc>
                <a:spcPct val="100000"/>
              </a:lnSpc>
            </a:pPr>
            <a:r>
              <a:rPr lang="zh-TW" sz="2000" b="1" u="none" strike="noStrike">
                <a:solidFill>
                  <a:srgbClr val="7F7F7F"/>
                </a:solidFill>
                <a:effectLst/>
                <a:uFillTx/>
                <a:latin typeface="微軟正黑體"/>
                <a:ea typeface="微軟正黑體"/>
              </a:rPr>
              <a:t>（</a:t>
            </a:r>
            <a:r>
              <a:rPr lang="zh-TW" sz="2000" b="1" u="none" strike="noStrike">
                <a:solidFill>
                  <a:srgbClr val="7F7F7F"/>
                </a:solidFill>
                <a:effectLst/>
                <a:uFillTx/>
                <a:latin typeface="微軟正黑體"/>
                <a:ea typeface="微軟正黑體"/>
              </a:rPr>
              <a:t>依計畫架構逐項說明實施方式，分項計畫與工作項目名稱需與架構圖所列名稱一致</a:t>
            </a:r>
            <a:r>
              <a:rPr lang="zh-TW" sz="2000" b="1" u="none" strike="noStrike">
                <a:solidFill>
                  <a:srgbClr val="7F7F7F"/>
                </a:solidFill>
                <a:effectLst/>
                <a:uFillTx/>
                <a:latin typeface="微軟正黑體"/>
                <a:ea typeface="微軟正黑體"/>
              </a:rPr>
              <a:t>）</a:t>
            </a:r>
            <a:endParaRPr lang="en-US" sz="2000" b="0" u="none" strike="noStrike">
              <a:solidFill>
                <a:srgbClr val="000000"/>
              </a:solidFill>
              <a:effectLst/>
              <a:uFillTx/>
              <a:latin typeface="Arial"/>
            </a:endParaRPr>
          </a:p>
        </p:txBody>
      </p:sp>
      <p:sp>
        <p:nvSpPr>
          <p:cNvPr id="163" name="標題 1"/>
          <p:cNvSpPr txBox="1"/>
          <p:nvPr/>
        </p:nvSpPr>
        <p:spPr>
          <a:xfrm>
            <a:off x="1981080" y="116640"/>
            <a:ext cx="8229600" cy="921960"/>
          </a:xfrm>
          <a:prstGeom prst="rect">
            <a:avLst/>
          </a:prstGeom>
          <a:noFill/>
          <a:ln w="0">
            <a:noFill/>
          </a:ln>
        </p:spPr>
        <p:txBody>
          <a:bodyPr anchor="ctr" anchorCtr="1">
            <a:normAutofit/>
          </a:bodyPr>
          <a:p>
            <a:pPr algn="ctr">
              <a:lnSpc>
                <a:spcPct val="100000"/>
              </a:lnSpc>
            </a:pPr>
            <a:r>
              <a:rPr lang="zh-TW" sz="3600" b="1" u="none" strike="noStrike">
                <a:solidFill>
                  <a:srgbClr val="C00000"/>
                </a:solidFill>
                <a:effectLst/>
                <a:uFillTx/>
                <a:latin typeface="微軟正黑體"/>
                <a:ea typeface="微軟正黑體"/>
              </a:rPr>
              <a:t>五</a:t>
            </a:r>
            <a:r>
              <a:rPr lang="zh-TW" sz="3600" b="1" u="none" strike="noStrike">
                <a:solidFill>
                  <a:srgbClr val="C00000"/>
                </a:solidFill>
                <a:effectLst/>
                <a:uFillTx/>
                <a:latin typeface="微軟正黑體"/>
                <a:ea typeface="微軟正黑體"/>
              </a:rPr>
              <a:t>、實施方法</a:t>
            </a:r>
            <a:endParaRPr lang="en-US" sz="36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4" name="投影片編號版面配置區 5"/>
          <p:cNvSpPr txBox="1"/>
          <p:nvPr/>
        </p:nvSpPr>
        <p:spPr>
          <a:xfrm>
            <a:off x="9448920" y="6500160"/>
            <a:ext cx="2743200" cy="365040"/>
          </a:xfrm>
          <a:prstGeom prst="rect">
            <a:avLst/>
          </a:prstGeom>
          <a:noFill/>
          <a:ln w="0">
            <a:noFill/>
          </a:ln>
        </p:spPr>
        <p:txBody>
          <a:bodyPr anchor="t">
            <a:noAutofit/>
          </a:bodyPr>
          <a:p>
            <a:pPr algn="r">
              <a:lnSpc>
                <a:spcPct val="100000"/>
              </a:lnSpc>
            </a:pPr>
            <a:fld id="{1D6519C4-9AA7-43C6-9786-264B746AAF9F}" type="slidenum">
              <a:rPr lang="en-US" sz="1000" b="0" u="none" strike="noStrike">
                <a:solidFill>
                  <a:srgbClr val="000000"/>
                </a:solidFill>
                <a:effectLst/>
                <a:uFillTx/>
                <a:latin typeface="微軟正黑體"/>
                <a:ea typeface="微軟正黑體"/>
              </a:rPr>
              <a:t>15</a:t>
            </a:fld>
            <a:endParaRPr lang="en-US" sz="1000" b="0" u="none" strike="noStrike">
              <a:solidFill>
                <a:srgbClr val="000000"/>
              </a:solidFill>
              <a:effectLst/>
              <a:uFillTx/>
              <a:latin typeface="Arial"/>
            </a:endParaRPr>
          </a:p>
        </p:txBody>
      </p:sp>
      <p:sp>
        <p:nvSpPr>
          <p:cNvPr id="165" name="標題 1"/>
          <p:cNvSpPr txBox="1"/>
          <p:nvPr/>
        </p:nvSpPr>
        <p:spPr>
          <a:xfrm>
            <a:off x="351720" y="691920"/>
            <a:ext cx="7543800" cy="792000"/>
          </a:xfrm>
          <a:prstGeom prst="rect">
            <a:avLst/>
          </a:prstGeom>
          <a:noFill/>
          <a:ln w="0">
            <a:noFill/>
          </a:ln>
        </p:spPr>
        <p:txBody>
          <a:bodyPr anchor="ctr">
            <a:noAutofit/>
          </a:bodyPr>
          <a:p>
            <a:pPr>
              <a:lnSpc>
                <a:spcPct val="90000"/>
              </a:lnSpc>
            </a:pPr>
            <a:r>
              <a:rPr lang="en-US" sz="3200" b="1" u="none" strike="noStrike">
                <a:solidFill>
                  <a:srgbClr val="000000"/>
                </a:solidFill>
                <a:effectLst/>
                <a:uFillTx/>
                <a:latin typeface="微軟正黑體"/>
                <a:ea typeface="微軟正黑體"/>
              </a:rPr>
              <a:t>(</a:t>
            </a:r>
            <a:r>
              <a:rPr lang="zh-TW" sz="3200" b="1" u="none" strike="noStrike">
                <a:solidFill>
                  <a:srgbClr val="000000"/>
                </a:solidFill>
                <a:effectLst/>
                <a:uFillTx/>
                <a:latin typeface="微軟正黑體"/>
                <a:ea typeface="微軟正黑體"/>
              </a:rPr>
              <a:t>三</a:t>
            </a:r>
            <a:r>
              <a:rPr lang="en-US" sz="3200" b="1" u="none" strike="noStrike">
                <a:solidFill>
                  <a:srgbClr val="000000"/>
                </a:solidFill>
                <a:effectLst/>
                <a:uFillTx/>
                <a:latin typeface="微軟正黑體"/>
                <a:ea typeface="微軟正黑體"/>
              </a:rPr>
              <a:t>) </a:t>
            </a:r>
            <a:r>
              <a:rPr lang="zh-TW" sz="3200" b="1" u="none" strike="noStrike">
                <a:solidFill>
                  <a:srgbClr val="000000"/>
                </a:solidFill>
                <a:effectLst/>
                <a:uFillTx/>
                <a:latin typeface="微軟正黑體"/>
                <a:ea typeface="微軟正黑體"/>
              </a:rPr>
              <a:t>資安防護規劃</a:t>
            </a:r>
            <a:endParaRPr lang="en-US" sz="3200" b="0" u="none" strike="noStrike">
              <a:solidFill>
                <a:srgbClr val="000000"/>
              </a:solidFill>
              <a:effectLst/>
              <a:uFillTx/>
              <a:latin typeface="Arial"/>
            </a:endParaRPr>
          </a:p>
        </p:txBody>
      </p:sp>
      <p:sp>
        <p:nvSpPr>
          <p:cNvPr id="166" name="Rectangle 3"/>
          <p:cNvSpPr txBox="1"/>
          <p:nvPr/>
        </p:nvSpPr>
        <p:spPr>
          <a:xfrm>
            <a:off x="-1440" y="1305360"/>
            <a:ext cx="11618640" cy="1801080"/>
          </a:xfrm>
          <a:prstGeom prst="rect">
            <a:avLst/>
          </a:prstGeom>
          <a:noFill/>
          <a:ln w="0">
            <a:noFill/>
          </a:ln>
        </p:spPr>
        <p:txBody>
          <a:bodyPr lIns="36000" rIns="36000" anchor="t">
            <a:noAutofit/>
          </a:bodyPr>
          <a:p>
            <a:pPr marL="1279440" indent="-457200">
              <a:lnSpc>
                <a:spcPct val="110000"/>
              </a:lnSpc>
              <a:spcBef>
                <a:spcPts val="400"/>
              </a:spcBef>
              <a:buClr>
                <a:srgbClr val="000000"/>
              </a:buClr>
              <a:buFont typeface="OpenSymbol"/>
              <a:buAutoNum type="arabicPeriod"/>
            </a:pPr>
            <a:r>
              <a:rPr lang="zh-TW" sz="2400" b="1" u="none" strike="noStrike">
                <a:solidFill>
                  <a:srgbClr val="000000"/>
                </a:solidFill>
                <a:effectLst/>
                <a:uFillTx/>
                <a:latin typeface="Times New Roman"/>
                <a:ea typeface="微軟正黑體"/>
              </a:rPr>
              <a:t>公司資訊安全現況</a:t>
            </a:r>
            <a:endParaRPr lang="en-US" sz="2400" b="0" u="none" strike="noStrike">
              <a:solidFill>
                <a:srgbClr val="000000"/>
              </a:solidFill>
              <a:effectLst/>
              <a:uFillTx/>
              <a:latin typeface="Arial"/>
            </a:endParaRPr>
          </a:p>
          <a:p>
            <a:pPr marL="1279440" indent="-457200">
              <a:lnSpc>
                <a:spcPct val="110000"/>
              </a:lnSpc>
              <a:spcBef>
                <a:spcPts val="400"/>
              </a:spcBef>
              <a:buClr>
                <a:srgbClr val="000000"/>
              </a:buClr>
              <a:buFont typeface="OpenSymbol"/>
              <a:buAutoNum type="arabicPeriod"/>
            </a:pPr>
            <a:r>
              <a:rPr lang="zh-TW" sz="2400" b="1" u="none" strike="noStrike">
                <a:solidFill>
                  <a:srgbClr val="000000"/>
                </a:solidFill>
                <a:effectLst/>
                <a:uFillTx/>
                <a:latin typeface="Times New Roman"/>
                <a:ea typeface="微軟正黑體"/>
              </a:rPr>
              <a:t>本計畫資訊安全規劃做法</a:t>
            </a:r>
            <a:r>
              <a:rPr lang="en-US" sz="1600" b="1" u="none" strike="noStrike">
                <a:solidFill>
                  <a:srgbClr val="7F7F7F"/>
                </a:solidFill>
                <a:effectLst/>
                <a:uFillTx/>
                <a:latin typeface="Times New Roman"/>
                <a:ea typeface="微軟正黑體"/>
              </a:rPr>
              <a:t>(</a:t>
            </a:r>
            <a:r>
              <a:rPr lang="zh-TW" sz="1600" b="1" u="none" strike="noStrike">
                <a:solidFill>
                  <a:srgbClr val="7F7F7F"/>
                </a:solidFill>
                <a:effectLst/>
                <a:uFillTx/>
                <a:latin typeface="Times New Roman"/>
                <a:ea typeface="微軟正黑體"/>
              </a:rPr>
              <a:t>應於提案階段提出與計畫內容相關之資安規劃，說明如傳輸機密性與完整性、資料安全、防惡意軟體、弱點管理、存取控制及風險管理機制等規劃。計畫執行期間應依規劃落實相關資安措施，並於結案時提出與提案內容相關之資安檢測或驗證報告，作為驗收查核項目之一。前述資安檢測內容應與計畫所開發之產品、服務或系統直接相關，不得以與計畫內容無直接關聯之資安認證、教育訓練證明或人員資格文件取代。</a:t>
            </a:r>
            <a:r>
              <a:rPr lang="en-US" sz="1600" b="1" u="none" strike="noStrike">
                <a:solidFill>
                  <a:srgbClr val="7F7F7F"/>
                </a:solidFill>
                <a:effectLst/>
                <a:uFillTx/>
                <a:latin typeface="Times New Roman"/>
                <a:ea typeface="微軟正黑體"/>
              </a:rPr>
              <a:t>)</a:t>
            </a:r>
            <a:endParaRPr lang="en-US" sz="1600" b="0" u="none" strike="noStrike">
              <a:solidFill>
                <a:srgbClr val="000000"/>
              </a:solidFill>
              <a:effectLst/>
              <a:uFillTx/>
              <a:latin typeface="Arial"/>
            </a:endParaRPr>
          </a:p>
          <a:p>
            <a:pPr marL="1279440" indent="-457200">
              <a:lnSpc>
                <a:spcPct val="110000"/>
              </a:lnSpc>
              <a:spcBef>
                <a:spcPts val="400"/>
              </a:spcBef>
              <a:buClr>
                <a:srgbClr val="000000"/>
              </a:buClr>
              <a:buFont typeface="OpenSymbol"/>
              <a:buAutoNum type="arabicPeriod"/>
            </a:pPr>
            <a:r>
              <a:rPr lang="zh-TW" sz="2400" b="1" u="none" strike="noStrike">
                <a:solidFill>
                  <a:srgbClr val="000000"/>
                </a:solidFill>
                <a:effectLst/>
                <a:uFillTx/>
                <a:latin typeface="Times New Roman"/>
                <a:ea typeface="微軟正黑體"/>
              </a:rPr>
              <a:t>計畫資訊安全經費運用</a:t>
            </a:r>
            <a:endParaRPr lang="en-US" sz="2400" b="0" u="none" strike="noStrike">
              <a:solidFill>
                <a:srgbClr val="000000"/>
              </a:solidFill>
              <a:effectLst/>
              <a:uFillTx/>
              <a:latin typeface="Arial"/>
            </a:endParaRPr>
          </a:p>
        </p:txBody>
      </p:sp>
      <p:graphicFrame>
        <p:nvGraphicFramePr>
          <p:cNvPr id="167" name="表格 8"/>
          <p:cNvGraphicFramePr/>
          <p:nvPr/>
        </p:nvGraphicFramePr>
        <p:xfrm>
          <a:off x="256680" y="3600000"/>
          <a:ext cx="11265480" cy="3141360"/>
        </p:xfrm>
        <a:graphic>
          <a:graphicData uri="http://schemas.openxmlformats.org/drawingml/2006/table">
            <a:tbl>
              <a:tblPr/>
              <a:tblGrid>
                <a:gridCol w="1855080"/>
                <a:gridCol w="1342800"/>
                <a:gridCol w="2175480"/>
                <a:gridCol w="4327560"/>
                <a:gridCol w="1564560"/>
              </a:tblGrid>
              <a:tr h="1280520">
                <a:tc>
                  <a:txBody>
                    <a:bodyPr anchor="ctr">
                      <a:noAutofit/>
                    </a:bodyPr>
                    <a:p>
                      <a:pPr algn="ctr">
                        <a:lnSpc>
                          <a:spcPct val="100000"/>
                        </a:lnSpc>
                      </a:pPr>
                      <a:r>
                        <a:rPr lang="zh-TW" sz="1600" b="1" u="none" strike="noStrike">
                          <a:solidFill>
                            <a:srgbClr val="FFFFFF"/>
                          </a:solidFill>
                          <a:effectLst/>
                          <a:uFillTx/>
                          <a:latin typeface="微軟正黑體"/>
                          <a:ea typeface="微軟正黑體"/>
                        </a:rPr>
                        <a:t>會計科目</a:t>
                      </a:r>
                      <a:endParaRPr lang="en-US" sz="1600" b="1" u="none" strike="noStrike">
                        <a:solidFill>
                          <a:srgbClr val="FFFFFF"/>
                        </a:solidFill>
                        <a:effectLst/>
                        <a:uFillTx/>
                        <a:latin typeface="+mn-lt"/>
                      </a:endParaRPr>
                    </a:p>
                    <a:p>
                      <a:pPr algn="ctr">
                        <a:lnSpc>
                          <a:spcPct val="100000"/>
                        </a:lnSpc>
                      </a:pPr>
                      <a:r>
                        <a:rPr lang="zh-TW" sz="1600" b="1" u="none" strike="noStrike">
                          <a:solidFill>
                            <a:srgbClr val="FFFFFF"/>
                          </a:solidFill>
                          <a:effectLst/>
                          <a:uFillTx/>
                          <a:latin typeface="微軟正黑體"/>
                          <a:ea typeface="微軟正黑體"/>
                        </a:rPr>
                        <a:t>（請參考開發總經費預算表之經費項目）</a:t>
                      </a:r>
                      <a:endParaRPr lang="en-US" sz="1600" b="1" u="none" strike="noStrike">
                        <a:solidFill>
                          <a:srgbClr val="FFFFFF"/>
                        </a:solidFill>
                        <a:effectLst/>
                        <a:uFillTx/>
                        <a:latin typeface="+mn-lt"/>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DB9E44"/>
                    </a:solidFill>
                  </a:tcPr>
                </a:tc>
                <a:tc>
                  <a:txBody>
                    <a:bodyPr anchor="ctr">
                      <a:noAutofit/>
                    </a:bodyPr>
                    <a:p>
                      <a:pPr algn="ctr">
                        <a:lnSpc>
                          <a:spcPct val="100000"/>
                        </a:lnSpc>
                      </a:pPr>
                      <a:r>
                        <a:rPr lang="zh-TW" sz="1600" b="1" u="none" strike="noStrike">
                          <a:solidFill>
                            <a:srgbClr val="FFFFFF"/>
                          </a:solidFill>
                          <a:effectLst/>
                          <a:uFillTx/>
                          <a:latin typeface="微軟正黑體"/>
                          <a:ea typeface="微軟正黑體"/>
                        </a:rPr>
                        <a:t>資訊安全項目</a:t>
                      </a:r>
                      <a:endParaRPr lang="en-US" sz="1600" b="1" u="none" strike="noStrike">
                        <a:solidFill>
                          <a:srgbClr val="FFFFFF"/>
                        </a:solidFill>
                        <a:effectLst/>
                        <a:uFillTx/>
                        <a:latin typeface="+mn-lt"/>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DB9E44"/>
                    </a:solidFill>
                  </a:tcPr>
                </a:tc>
                <a:tc>
                  <a:txBody>
                    <a:bodyPr anchor="ctr">
                      <a:noAutofit/>
                    </a:bodyPr>
                    <a:p>
                      <a:pPr marL="216000" indent="-216000" algn="ctr">
                        <a:buClr>
                          <a:srgbClr val="000000"/>
                        </a:buClr>
                        <a:buSzPct val="45000"/>
                        <a:buFont typeface="Wingdings" charset="2"/>
                        <a:buChar char=""/>
                      </a:pPr>
                      <a:r>
                        <a:rPr lang="zh-TW" sz="1600" b="1" u="none" strike="noStrike">
                          <a:solidFill>
                            <a:srgbClr val="FFFFFF"/>
                          </a:solidFill>
                          <a:effectLst/>
                          <a:uFillTx/>
                          <a:latin typeface="微軟正黑體"/>
                          <a:ea typeface="微軟正黑體"/>
                        </a:rPr>
                        <a:t>內容說明</a:t>
                      </a:r>
                      <a:endParaRPr lang="en-US" sz="1600" b="1" u="none" strike="noStrike">
                        <a:solidFill>
                          <a:srgbClr val="FFFFFF"/>
                        </a:solidFill>
                        <a:effectLst/>
                        <a:uFillTx/>
                        <a:latin typeface="+mn-lt"/>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DB9E44"/>
                    </a:solidFill>
                  </a:tcPr>
                </a:tc>
                <a:tc>
                  <a:txBody>
                    <a:bodyPr anchor="ctr">
                      <a:noAutofit/>
                    </a:bodyPr>
                    <a:p>
                      <a:pPr marL="216000" indent="-216000" algn="ctr">
                        <a:buClr>
                          <a:srgbClr val="000000"/>
                        </a:buClr>
                        <a:buSzPct val="45000"/>
                        <a:buFont typeface="Wingdings" charset="2"/>
                        <a:buChar char=""/>
                      </a:pPr>
                      <a:r>
                        <a:rPr lang="zh-TW" sz="1600" b="1" u="none" strike="noStrike">
                          <a:solidFill>
                            <a:srgbClr val="FFFFFF"/>
                          </a:solidFill>
                          <a:effectLst/>
                          <a:uFillTx/>
                          <a:latin typeface="微軟正黑體"/>
                          <a:ea typeface="微軟正黑體"/>
                        </a:rPr>
                        <a:t>適用人力、設備與系統</a:t>
                      </a:r>
                      <a:endParaRPr lang="en-US" sz="1600" b="1" u="none" strike="noStrike">
                        <a:solidFill>
                          <a:srgbClr val="FFFFFF"/>
                        </a:solidFill>
                        <a:effectLst/>
                        <a:uFillTx/>
                        <a:latin typeface="+mn-lt"/>
                      </a:endParaRPr>
                    </a:p>
                    <a:p>
                      <a:pPr marL="216000" indent="-216000" algn="ctr">
                        <a:buClr>
                          <a:srgbClr val="000000"/>
                        </a:buClr>
                        <a:buSzPct val="45000"/>
                        <a:buFont typeface="Wingdings" charset="2"/>
                        <a:buChar char=""/>
                      </a:pPr>
                      <a:r>
                        <a:rPr lang="zh-TW" sz="1600" b="1" u="none" strike="noStrike">
                          <a:solidFill>
                            <a:srgbClr val="FFFFFF"/>
                          </a:solidFill>
                          <a:effectLst/>
                          <a:uFillTx/>
                          <a:latin typeface="微軟正黑體"/>
                          <a:ea typeface="微軟正黑體"/>
                        </a:rPr>
                        <a:t>（須註明參與計畫人力編號、委外企業名稱、應用程式、</a:t>
                      </a:r>
                      <a:r>
                        <a:rPr lang="en-US" sz="1600" b="1" u="none" strike="noStrike">
                          <a:solidFill>
                            <a:srgbClr val="FFFFFF"/>
                          </a:solidFill>
                          <a:effectLst/>
                          <a:uFillTx/>
                          <a:latin typeface="微軟正黑體"/>
                          <a:ea typeface="微軟正黑體"/>
                        </a:rPr>
                        <a:t>IoT</a:t>
                      </a:r>
                      <a:r>
                        <a:rPr lang="zh-TW" sz="1600" b="1" u="none" strike="noStrike">
                          <a:solidFill>
                            <a:srgbClr val="FFFFFF"/>
                          </a:solidFill>
                          <a:effectLst/>
                          <a:uFillTx/>
                          <a:latin typeface="微軟正黑體"/>
                          <a:ea typeface="微軟正黑體"/>
                        </a:rPr>
                        <a:t>閘道器、網路、後臺伺服器、應用程式或其他）</a:t>
                      </a:r>
                      <a:endParaRPr lang="en-US" sz="1600" b="1" u="none" strike="noStrike">
                        <a:solidFill>
                          <a:srgbClr val="FFFFFF"/>
                        </a:solidFill>
                        <a:effectLst/>
                        <a:uFillTx/>
                        <a:latin typeface="+mn-lt"/>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DB9E44"/>
                    </a:solidFill>
                  </a:tcPr>
                </a:tc>
                <a:tc>
                  <a:txBody>
                    <a:bodyPr anchor="ctr">
                      <a:noAutofit/>
                    </a:bodyPr>
                    <a:p>
                      <a:pPr marL="216000" indent="-216000" algn="ctr">
                        <a:buClr>
                          <a:srgbClr val="000000"/>
                        </a:buClr>
                        <a:buSzPct val="45000"/>
                        <a:buFont typeface="Wingdings" charset="2"/>
                        <a:buChar char=""/>
                      </a:pPr>
                      <a:r>
                        <a:rPr lang="zh-TW" sz="1600" b="1" u="none" strike="noStrike">
                          <a:solidFill>
                            <a:srgbClr val="FFFFFF"/>
                          </a:solidFill>
                          <a:effectLst/>
                          <a:uFillTx/>
                          <a:latin typeface="微軟正黑體"/>
                          <a:ea typeface="微軟正黑體"/>
                        </a:rPr>
                        <a:t>資訊安全經費</a:t>
                      </a:r>
                      <a:endParaRPr lang="en-US" sz="1600" b="1" u="none" strike="noStrike">
                        <a:solidFill>
                          <a:srgbClr val="FFFFFF"/>
                        </a:solidFill>
                        <a:effectLst/>
                        <a:uFillTx/>
                        <a:latin typeface="+mn-lt"/>
                      </a:endParaRPr>
                    </a:p>
                    <a:p>
                      <a:pPr marL="216000" indent="-216000" algn="ctr">
                        <a:buClr>
                          <a:srgbClr val="000000"/>
                        </a:buClr>
                        <a:buSzPct val="45000"/>
                        <a:buFont typeface="Wingdings" charset="2"/>
                        <a:buChar char=""/>
                      </a:pPr>
                      <a:r>
                        <a:rPr lang="zh-TW" sz="1600" b="1" u="none" strike="noStrike">
                          <a:solidFill>
                            <a:srgbClr val="FFFFFF"/>
                          </a:solidFill>
                          <a:effectLst/>
                          <a:uFillTx/>
                          <a:latin typeface="微軟正黑體"/>
                          <a:ea typeface="微軟正黑體"/>
                        </a:rPr>
                        <a:t>（千元）</a:t>
                      </a:r>
                      <a:endParaRPr lang="en-US" sz="1600" b="1" u="none" strike="noStrike">
                        <a:solidFill>
                          <a:srgbClr val="FFFFFF"/>
                        </a:solidFill>
                        <a:effectLst/>
                        <a:uFillTx/>
                        <a:latin typeface="+mn-lt"/>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DB9E44"/>
                    </a:solidFill>
                  </a:tcPr>
                </a:tc>
              </a:tr>
              <a:tr h="465120">
                <a:tc>
                  <a:txBody>
                    <a:bodyPr anchor="ctr">
                      <a:noAutofit/>
                    </a:bodyPr>
                    <a:p>
                      <a:endParaRPr lang="en-US" sz="2400" b="0" u="none" strike="noStrike">
                        <a:solidFill>
                          <a:srgbClr val="000000"/>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F1DFCF"/>
                    </a:solidFill>
                  </a:tcPr>
                </a:tc>
                <a:tc>
                  <a:txBody>
                    <a:bodyPr anchor="ctr">
                      <a:noAutofit/>
                    </a:bodyPr>
                    <a:p>
                      <a:endParaRPr lang="en-US" sz="2400" b="0" u="none" strike="noStrike">
                        <a:solidFill>
                          <a:srgbClr val="000000"/>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F1DFCF"/>
                    </a:solidFill>
                  </a:tcPr>
                </a:tc>
                <a:tc>
                  <a:txBody>
                    <a:bodyPr anchor="ctr">
                      <a:noAutofit/>
                    </a:bodyPr>
                    <a:p>
                      <a:endParaRPr lang="en-US" sz="2400" b="0" u="none" strike="noStrike">
                        <a:solidFill>
                          <a:srgbClr val="000000"/>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F1DFCF"/>
                    </a:solidFill>
                  </a:tcPr>
                </a:tc>
                <a:tc>
                  <a:txBody>
                    <a:bodyPr anchor="ctr">
                      <a:noAutofit/>
                    </a:bodyPr>
                    <a:p>
                      <a:endParaRPr lang="en-US" sz="2400" b="0" u="none" strike="noStrike">
                        <a:solidFill>
                          <a:srgbClr val="000000"/>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F1DFCF"/>
                    </a:solidFill>
                  </a:tcPr>
                </a:tc>
                <a:tc>
                  <a:txBody>
                    <a:bodyPr anchor="ctr">
                      <a:noAutofit/>
                    </a:bodyPr>
                    <a:p>
                      <a:endParaRPr lang="en-US" sz="2400" b="0" u="none" strike="noStrike">
                        <a:solidFill>
                          <a:srgbClr val="000000"/>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F1DFCF"/>
                    </a:solidFill>
                  </a:tcPr>
                </a:tc>
              </a:tr>
              <a:tr h="465120">
                <a:tc>
                  <a:txBody>
                    <a:bodyPr anchor="ctr">
                      <a:noAutofit/>
                    </a:bodyPr>
                    <a:p>
                      <a:endParaRPr lang="en-US" sz="2400" b="0" u="none" strike="noStrike">
                        <a:solidFill>
                          <a:srgbClr val="FFFFFF"/>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anchor="ctr">
                      <a:noAutofit/>
                    </a:bodyPr>
                    <a:p>
                      <a:endParaRPr lang="en-US" sz="2400" b="0" u="none" strike="noStrike">
                        <a:solidFill>
                          <a:srgbClr val="FFFFFF"/>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anchor="ctr">
                      <a:noAutofit/>
                    </a:bodyPr>
                    <a:p>
                      <a:endParaRPr lang="en-US" sz="2400" b="0" u="none" strike="noStrike">
                        <a:solidFill>
                          <a:srgbClr val="FFFFFF"/>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anchor="ctr">
                      <a:noAutofit/>
                    </a:bodyPr>
                    <a:p>
                      <a:endParaRPr lang="en-US" sz="2400" b="0" u="none" strike="noStrike">
                        <a:solidFill>
                          <a:srgbClr val="FFFFFF"/>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anchor="ctr">
                      <a:noAutofit/>
                    </a:bodyPr>
                    <a:p>
                      <a:endParaRPr lang="en-US" sz="2400" b="0" u="none" strike="noStrike">
                        <a:solidFill>
                          <a:srgbClr val="FFFFFF"/>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r>
              <a:tr h="465120">
                <a:tc gridSpan="4">
                  <a:txBody>
                    <a:bodyPr anchor="ctr">
                      <a:noAutofit/>
                    </a:bodyPr>
                    <a:p>
                      <a:pPr marL="216000" indent="-216000">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A</a:t>
                      </a:r>
                      <a:r>
                        <a:rPr lang="zh-TW" sz="1800" b="0" u="none" strike="noStrike">
                          <a:solidFill>
                            <a:srgbClr val="000000"/>
                          </a:solidFill>
                          <a:effectLst/>
                          <a:uFillTx/>
                          <a:latin typeface="微軟正黑體"/>
                          <a:ea typeface="微軟正黑體"/>
                        </a:rPr>
                        <a:t>資訊安全經費合計</a:t>
                      </a:r>
                      <a:endParaRPr lang="en-US" sz="1800" b="0" u="none" strike="noStrike">
                        <a:solidFill>
                          <a:srgbClr val="000000"/>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F1DFCF"/>
                    </a:solidFill>
                  </a:tcPr>
                </a:tc>
                <a:tc hMerge="1">
                  <a:txBody>
                    <a:bodyPr lIns="0" tIns="0" rIns="0" bIns="0" anchor="t">
                      <a:noAutofit/>
                    </a:bodyPr>
                    <a:p>
                      <a:endParaRPr lang="en-US" sz="2400" b="0" u="none" strike="noStrike">
                        <a:solidFill>
                          <a:srgbClr val="000000"/>
                        </a:solidFill>
                        <a:effectLst/>
                        <a:uFillTx/>
                        <a:latin typeface="Times New Roman"/>
                      </a:endParaRPr>
                    </a:p>
                  </a:txBody>
                  <a:tcPr anchor="t" marL="0" marR="0" marT="0" marB="0">
                    <a:lnL>
                      <a:noFill/>
                    </a:lnL>
                    <a:lnR>
                      <a:noFill/>
                    </a:lnR>
                    <a:lnT>
                      <a:noFill/>
                    </a:lnT>
                    <a:lnB>
                      <a:noFill/>
                    </a:lnB>
                    <a:solidFill>
                      <a:srgbClr val="F1DFCF"/>
                    </a:solidFill>
                  </a:tcPr>
                </a:tc>
                <a:tc hMerge="1">
                  <a:txBody>
                    <a:bodyPr lIns="0" tIns="0" rIns="0" bIns="0" anchor="t">
                      <a:noAutofit/>
                    </a:bodyPr>
                    <a:p>
                      <a:endParaRPr lang="en-US" sz="2400" b="0" u="none" strike="noStrike">
                        <a:solidFill>
                          <a:srgbClr val="000000"/>
                        </a:solidFill>
                        <a:effectLst/>
                        <a:uFillTx/>
                        <a:latin typeface="Times New Roman"/>
                      </a:endParaRPr>
                    </a:p>
                  </a:txBody>
                  <a:tcPr anchor="t" marL="0" marR="0" marT="0" marB="0">
                    <a:lnL>
                      <a:noFill/>
                    </a:lnL>
                    <a:lnR>
                      <a:noFill/>
                    </a:lnR>
                    <a:lnT>
                      <a:noFill/>
                    </a:lnT>
                    <a:lnB>
                      <a:noFill/>
                    </a:lnB>
                    <a:solidFill>
                      <a:srgbClr val="F1DFCF"/>
                    </a:solidFill>
                  </a:tcPr>
                </a:tc>
                <a:tc hMerge="1">
                  <a:txBody>
                    <a:bodyPr lIns="0" tIns="0" rIns="0" bIns="0" anchor="t">
                      <a:noAutofit/>
                    </a:bodyPr>
                    <a:p>
                      <a:endParaRPr lang="en-US" sz="2400" b="0" u="none" strike="noStrike">
                        <a:solidFill>
                          <a:srgbClr val="000000"/>
                        </a:solidFill>
                        <a:effectLst/>
                        <a:uFillTx/>
                        <a:latin typeface="Times New Roman"/>
                      </a:endParaRPr>
                    </a:p>
                  </a:txBody>
                  <a:tcPr anchor="t" marL="0" marR="0" marT="0" marB="0">
                    <a:lnL>
                      <a:noFill/>
                    </a:lnL>
                    <a:lnR>
                      <a:noFill/>
                    </a:lnR>
                    <a:lnT>
                      <a:noFill/>
                    </a:lnT>
                    <a:lnB>
                      <a:noFill/>
                    </a:lnB>
                    <a:solidFill>
                      <a:srgbClr val="F1DFCF"/>
                    </a:solidFill>
                  </a:tcPr>
                </a:tc>
                <a:tc>
                  <a:txBody>
                    <a:bodyPr anchor="ctr">
                      <a:noAutofit/>
                    </a:bodyPr>
                    <a:p>
                      <a:endParaRPr lang="en-US" sz="2400" b="0" u="none" strike="noStrike">
                        <a:solidFill>
                          <a:srgbClr val="000000"/>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F1DFCF"/>
                    </a:solidFill>
                  </a:tcPr>
                </a:tc>
              </a:tr>
              <a:tr h="465480">
                <a:tc gridSpan="4">
                  <a:txBody>
                    <a:bodyPr anchor="ctr">
                      <a:noAutofit/>
                    </a:bodyPr>
                    <a:p>
                      <a:pPr marL="216000" indent="-216000">
                        <a:buClr>
                          <a:srgbClr val="000000"/>
                        </a:buClr>
                        <a:buSzPct val="45000"/>
                        <a:buFont typeface="Wingdings" charset="2"/>
                        <a:buChar char=""/>
                      </a:pPr>
                      <a:r>
                        <a:rPr lang="zh-TW" sz="1800" b="0" u="none" strike="noStrike">
                          <a:solidFill>
                            <a:srgbClr val="000000"/>
                          </a:solidFill>
                          <a:effectLst/>
                          <a:uFillTx/>
                          <a:latin typeface="微軟正黑體"/>
                          <a:ea typeface="微軟正黑體"/>
                        </a:rPr>
                        <a:t>資訊安全經費佔總經費之比率＝（</a:t>
                      </a:r>
                      <a:r>
                        <a:rPr lang="en-US" sz="1800" b="0" u="none" strike="noStrike">
                          <a:solidFill>
                            <a:srgbClr val="000000"/>
                          </a:solidFill>
                          <a:effectLst/>
                          <a:uFillTx/>
                          <a:latin typeface="微軟正黑體"/>
                          <a:ea typeface="微軟正黑體"/>
                        </a:rPr>
                        <a:t>A/</a:t>
                      </a:r>
                      <a:r>
                        <a:rPr lang="zh-TW" sz="1800" b="0" u="none" strike="noStrike">
                          <a:solidFill>
                            <a:srgbClr val="000000"/>
                          </a:solidFill>
                          <a:effectLst/>
                          <a:uFillTx/>
                          <a:latin typeface="微軟正黑體"/>
                          <a:ea typeface="微軟正黑體"/>
                        </a:rPr>
                        <a:t>計畫總經費）</a:t>
                      </a:r>
                      <a:r>
                        <a:rPr lang="en-US" sz="1800" b="0" u="none" strike="noStrike">
                          <a:solidFill>
                            <a:srgbClr val="000000"/>
                          </a:solidFill>
                          <a:effectLst/>
                          <a:uFillTx/>
                          <a:latin typeface="微軟正黑體"/>
                          <a:ea typeface="微軟正黑體"/>
                        </a:rPr>
                        <a:t>%</a:t>
                      </a:r>
                      <a:endParaRPr lang="en-US" sz="1800" b="0" u="none" strike="noStrike">
                        <a:solidFill>
                          <a:srgbClr val="FFFFFF"/>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hMerge="1">
                  <a:txBody>
                    <a:bodyPr lIns="0" tIns="0" rIns="0" bIns="0" anchor="t">
                      <a:noAutofit/>
                    </a:bodyPr>
                    <a:p>
                      <a:endParaRPr lang="en-US" sz="2400" b="0" u="none" strike="noStrike">
                        <a:solidFill>
                          <a:srgbClr val="FFFFFF"/>
                        </a:solidFill>
                        <a:effectLst/>
                        <a:uFillTx/>
                        <a:latin typeface="Times New Roman"/>
                      </a:endParaRPr>
                    </a:p>
                  </a:txBody>
                  <a:tcPr anchor="t" marL="0" marR="0" marT="0" marB="0">
                    <a:lnL>
                      <a:noFill/>
                    </a:lnL>
                    <a:lnR>
                      <a:noFill/>
                    </a:lnR>
                    <a:lnT>
                      <a:noFill/>
                    </a:lnT>
                    <a:lnB>
                      <a:noFill/>
                    </a:lnB>
                    <a:solidFill>
                      <a:srgbClr val="156082"/>
                    </a:solidFill>
                  </a:tcPr>
                </a:tc>
                <a:tc hMerge="1">
                  <a:txBody>
                    <a:bodyPr lIns="0" tIns="0" rIns="0" bIns="0" anchor="t">
                      <a:noAutofit/>
                    </a:bodyPr>
                    <a:p>
                      <a:endParaRPr lang="en-US" sz="2400" b="0" u="none" strike="noStrike">
                        <a:solidFill>
                          <a:srgbClr val="FFFFFF"/>
                        </a:solidFill>
                        <a:effectLst/>
                        <a:uFillTx/>
                        <a:latin typeface="Times New Roman"/>
                      </a:endParaRPr>
                    </a:p>
                  </a:txBody>
                  <a:tcPr anchor="t" marL="0" marR="0" marT="0" marB="0">
                    <a:lnL>
                      <a:noFill/>
                    </a:lnL>
                    <a:lnR>
                      <a:noFill/>
                    </a:lnR>
                    <a:lnT>
                      <a:noFill/>
                    </a:lnT>
                    <a:lnB>
                      <a:noFill/>
                    </a:lnB>
                    <a:solidFill>
                      <a:srgbClr val="156082"/>
                    </a:solidFill>
                  </a:tcPr>
                </a:tc>
                <a:tc hMerge="1">
                  <a:txBody>
                    <a:bodyPr lIns="0" tIns="0" rIns="0" bIns="0" anchor="t">
                      <a:noAutofit/>
                    </a:bodyPr>
                    <a:p>
                      <a:endParaRPr lang="en-US" sz="2400" b="0" u="none" strike="noStrike">
                        <a:solidFill>
                          <a:srgbClr val="FFFFFF"/>
                        </a:solidFill>
                        <a:effectLst/>
                        <a:uFillTx/>
                        <a:latin typeface="Times New Roman"/>
                      </a:endParaRPr>
                    </a:p>
                  </a:txBody>
                  <a:tcPr anchor="t" marL="0" marR="0" marT="0" marB="0">
                    <a:lnL>
                      <a:noFill/>
                    </a:lnL>
                    <a:lnR>
                      <a:noFill/>
                    </a:lnR>
                    <a:lnT>
                      <a:noFill/>
                    </a:lnT>
                    <a:lnB>
                      <a:noFill/>
                    </a:lnB>
                    <a:solidFill>
                      <a:srgbClr val="156082"/>
                    </a:solidFill>
                  </a:tcPr>
                </a:tc>
                <a:tc>
                  <a:txBody>
                    <a:bodyPr anchor="ctr">
                      <a:noAutofit/>
                    </a:bodyPr>
                    <a:p>
                      <a:endParaRPr lang="en-US" sz="2400" b="0" u="none" strike="noStrike">
                        <a:solidFill>
                          <a:srgbClr val="FFFFFF"/>
                        </a:solidFill>
                        <a:effectLst/>
                        <a:uFillTx/>
                        <a:latin typeface="Times New Roman"/>
                      </a:endParaRPr>
                    </a:p>
                  </a:txBody>
                  <a:tcPr anchor="ctr" marL="91440" marR="91440" marT="45720" marB="4572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r>
            </a:tbl>
          </a:graphicData>
        </a:graphic>
      </p:graphicFrame>
      <p:sp>
        <p:nvSpPr>
          <p:cNvPr id="168" name="標題 1"/>
          <p:cNvSpPr txBox="1"/>
          <p:nvPr/>
        </p:nvSpPr>
        <p:spPr>
          <a:xfrm>
            <a:off x="1981080" y="116640"/>
            <a:ext cx="8229600" cy="921960"/>
          </a:xfrm>
          <a:prstGeom prst="rect">
            <a:avLst/>
          </a:prstGeom>
          <a:noFill/>
          <a:ln w="0">
            <a:noFill/>
          </a:ln>
        </p:spPr>
        <p:txBody>
          <a:bodyPr anchor="ctr" anchorCtr="1">
            <a:normAutofit/>
          </a:bodyPr>
          <a:p>
            <a:pPr algn="ctr">
              <a:lnSpc>
                <a:spcPct val="100000"/>
              </a:lnSpc>
            </a:pPr>
            <a:r>
              <a:rPr lang="zh-TW" sz="3600" b="1" u="none" strike="noStrike">
                <a:solidFill>
                  <a:srgbClr val="C00000"/>
                </a:solidFill>
                <a:effectLst/>
                <a:uFillTx/>
                <a:latin typeface="微軟正黑體"/>
                <a:ea typeface="微軟正黑體"/>
              </a:rPr>
              <a:t>五</a:t>
            </a:r>
            <a:r>
              <a:rPr lang="zh-TW" sz="3600" b="1" u="none" strike="noStrike">
                <a:solidFill>
                  <a:srgbClr val="C00000"/>
                </a:solidFill>
                <a:effectLst/>
                <a:uFillTx/>
                <a:latin typeface="微軟正黑體"/>
                <a:ea typeface="微軟正黑體"/>
              </a:rPr>
              <a:t>、實施方法</a:t>
            </a:r>
            <a:endParaRPr lang="en-US" sz="36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9" name="AutoShape 29"/>
          <p:cNvSpPr/>
          <p:nvPr/>
        </p:nvSpPr>
        <p:spPr>
          <a:xfrm>
            <a:off x="4583880" y="1917000"/>
            <a:ext cx="2880360" cy="1368000"/>
          </a:xfrm>
          <a:custGeom>
            <a:avLst/>
            <a:gdLst>
              <a:gd name="textAreaLeft" fmla="*/ 34560 w 2880360"/>
              <a:gd name="textAreaRight" fmla="*/ 2845800 w 2880360"/>
              <a:gd name="textAreaTop" fmla="*/ 34560 h 1368000"/>
              <a:gd name="textAreaBottom" fmla="*/ 1333440 h 1368000"/>
            </a:gdLst>
            <a:ahLst/>
            <a:cxnLst/>
            <a:rect l="textAreaLeft" t="textAreaTop" r="textAreaRight" b="textAreaBottom"/>
            <a:pathLst>
              <a:path w="45473" h="21600">
                <a:moveTo>
                  <a:pt x="1874" y="0"/>
                </a:moveTo>
                <a:lnTo>
                  <a:pt x="1874" y="0"/>
                </a:lnTo>
                <a:arcTo wR="1874" hR="1874" stAng="-5400000" swAng="-5400000"/>
                <a:lnTo>
                  <a:pt x="0" y="1874"/>
                </a:lnTo>
                <a:arcTo wR="0" hR="0" stAng="0" swAng="0"/>
                <a:lnTo>
                  <a:pt x="0" y="19726"/>
                </a:lnTo>
                <a:lnTo>
                  <a:pt x="0" y="19726"/>
                </a:lnTo>
                <a:arcTo wR="1874" hR="1874" stAng="-10800000" swAng="-5400000"/>
                <a:lnTo>
                  <a:pt x="1874" y="21600"/>
                </a:lnTo>
                <a:arcTo wR="0" hR="0" stAng="0" swAng="0"/>
                <a:lnTo>
                  <a:pt x="43599" y="21600"/>
                </a:lnTo>
                <a:lnTo>
                  <a:pt x="43599" y="21600"/>
                </a:lnTo>
                <a:arcTo wR="1874" hR="1874" stAng="5400000" swAng="-5400000"/>
                <a:lnTo>
                  <a:pt x="45473" y="19726"/>
                </a:lnTo>
                <a:arcTo wR="0" hR="0" stAng="0" swAng="0"/>
                <a:lnTo>
                  <a:pt x="45473" y="1874"/>
                </a:lnTo>
                <a:lnTo>
                  <a:pt x="45473" y="1874"/>
                </a:lnTo>
                <a:arcTo wR="1874" hR="1874" stAng="0" swAng="-5400000"/>
                <a:lnTo>
                  <a:pt x="43599" y="0"/>
                </a:lnTo>
                <a:arcTo wR="0" hR="0" stAng="0" swAng="0"/>
                <a:close/>
              </a:path>
            </a:pathLst>
          </a:custGeom>
          <a:solidFill>
            <a:srgbClr val="0070C0"/>
          </a:solidFill>
          <a:ln w="0">
            <a:noFill/>
          </a:ln>
        </p:spPr>
        <p:style>
          <a:lnRef idx="0"/>
          <a:fillRef idx="0"/>
          <a:effectRef idx="0"/>
          <a:fontRef idx="minor"/>
        </p:style>
        <p:txBody>
          <a:bodyPr wrap="none" lIns="87480" tIns="44280" rIns="87480" bIns="44280" anchor="ctr" anchorCtr="1">
            <a:noAutofit/>
          </a:bodyPr>
          <a:p>
            <a:pPr algn="ctr">
              <a:lnSpc>
                <a:spcPct val="100000"/>
              </a:lnSpc>
            </a:pPr>
            <a:r>
              <a:rPr lang="zh-TW" sz="2000" b="0" u="sng" strike="noStrike">
                <a:solidFill>
                  <a:srgbClr val="FFFFFF"/>
                </a:solidFill>
                <a:effectLst/>
                <a:uFillTx/>
                <a:latin typeface="Times New Roman"/>
                <a:ea typeface="微軟正黑體"/>
              </a:rPr>
              <a:t>本計畫</a:t>
            </a:r>
            <a:endParaRPr lang="en-US" sz="2000" b="0" u="none" strike="noStrike">
              <a:solidFill>
                <a:srgbClr val="FFFFFF"/>
              </a:solidFill>
              <a:effectLst/>
              <a:uFillTx/>
              <a:latin typeface="Arial"/>
            </a:endParaRPr>
          </a:p>
          <a:p>
            <a:pPr algn="ctr">
              <a:lnSpc>
                <a:spcPct val="100000"/>
              </a:lnSpc>
            </a:pPr>
            <a:r>
              <a:rPr lang="zh-TW" sz="2000" b="0" u="none" strike="noStrike">
                <a:solidFill>
                  <a:srgbClr val="FFFFFF"/>
                </a:solidFill>
                <a:effectLst/>
                <a:uFillTx/>
                <a:latin typeface="Times New Roman"/>
                <a:ea typeface="微軟正黑體"/>
              </a:rPr>
              <a:t>自主開發權重占比：</a:t>
            </a:r>
            <a:r>
              <a:rPr lang="en-US" sz="2000" b="0" u="none" strike="noStrike">
                <a:solidFill>
                  <a:srgbClr val="FFFFFF"/>
                </a:solidFill>
                <a:effectLst/>
                <a:uFillTx/>
                <a:latin typeface="Times New Roman"/>
                <a:ea typeface="微軟正黑體"/>
              </a:rPr>
              <a:t>xx%</a:t>
            </a:r>
            <a:endParaRPr lang="en-US" sz="2000" b="0" u="none" strike="noStrike">
              <a:solidFill>
                <a:srgbClr val="FFFFFF"/>
              </a:solidFill>
              <a:effectLst/>
              <a:uFillTx/>
              <a:latin typeface="Arial"/>
            </a:endParaRPr>
          </a:p>
        </p:txBody>
      </p:sp>
      <p:sp>
        <p:nvSpPr>
          <p:cNvPr id="170" name="AutoShape 29"/>
          <p:cNvSpPr/>
          <p:nvPr/>
        </p:nvSpPr>
        <p:spPr>
          <a:xfrm>
            <a:off x="1631520" y="4221000"/>
            <a:ext cx="2880360" cy="1368000"/>
          </a:xfrm>
          <a:custGeom>
            <a:avLst/>
            <a:gdLst>
              <a:gd name="textAreaLeft" fmla="*/ 34560 w 2880360"/>
              <a:gd name="textAreaRight" fmla="*/ 2845800 w 2880360"/>
              <a:gd name="textAreaTop" fmla="*/ 34560 h 1368000"/>
              <a:gd name="textAreaBottom" fmla="*/ 1333440 h 1368000"/>
            </a:gdLst>
            <a:ahLst/>
            <a:cxnLst/>
            <a:rect l="textAreaLeft" t="textAreaTop" r="textAreaRight" b="textAreaBottom"/>
            <a:pathLst>
              <a:path w="45473" h="21600">
                <a:moveTo>
                  <a:pt x="1874" y="0"/>
                </a:moveTo>
                <a:lnTo>
                  <a:pt x="1874" y="0"/>
                </a:lnTo>
                <a:arcTo wR="1874" hR="1874" stAng="-5400000" swAng="-5400000"/>
                <a:lnTo>
                  <a:pt x="0" y="1874"/>
                </a:lnTo>
                <a:arcTo wR="0" hR="0" stAng="0" swAng="0"/>
                <a:lnTo>
                  <a:pt x="0" y="19726"/>
                </a:lnTo>
                <a:lnTo>
                  <a:pt x="0" y="19726"/>
                </a:lnTo>
                <a:arcTo wR="1874" hR="1874" stAng="-10800000" swAng="-5400000"/>
                <a:lnTo>
                  <a:pt x="1874" y="21600"/>
                </a:lnTo>
                <a:arcTo wR="0" hR="0" stAng="0" swAng="0"/>
                <a:lnTo>
                  <a:pt x="43599" y="21600"/>
                </a:lnTo>
                <a:lnTo>
                  <a:pt x="43599" y="21600"/>
                </a:lnTo>
                <a:arcTo wR="1874" hR="1874" stAng="5400000" swAng="-5400000"/>
                <a:lnTo>
                  <a:pt x="45473" y="19726"/>
                </a:lnTo>
                <a:arcTo wR="0" hR="0" stAng="0" swAng="0"/>
                <a:lnTo>
                  <a:pt x="45473" y="1874"/>
                </a:lnTo>
                <a:lnTo>
                  <a:pt x="45473" y="1874"/>
                </a:lnTo>
                <a:arcTo wR="1874" hR="1874" stAng="0" swAng="-5400000"/>
                <a:lnTo>
                  <a:pt x="43599" y="0"/>
                </a:lnTo>
                <a:arcTo wR="0" hR="0" stAng="0" swAng="0"/>
                <a:close/>
              </a:path>
            </a:pathLst>
          </a:custGeom>
          <a:solidFill>
            <a:srgbClr val="FF6600"/>
          </a:solidFill>
          <a:ln w="0">
            <a:noFill/>
          </a:ln>
        </p:spPr>
        <p:style>
          <a:lnRef idx="0"/>
          <a:fillRef idx="0"/>
          <a:effectRef idx="0"/>
          <a:fontRef idx="minor"/>
        </p:style>
        <p:txBody>
          <a:bodyPr wrap="none" lIns="87480" tIns="44280" rIns="87480" bIns="44280" anchor="ctr">
            <a:noAutofit/>
          </a:bodyPr>
          <a:p>
            <a:pPr algn="ctr">
              <a:lnSpc>
                <a:spcPct val="100000"/>
              </a:lnSpc>
            </a:pPr>
            <a:r>
              <a:rPr lang="zh-TW" sz="2000" b="0" u="sng" strike="noStrike">
                <a:solidFill>
                  <a:srgbClr val="FFFFFF"/>
                </a:solidFill>
                <a:effectLst/>
                <a:uFillTx/>
                <a:latin typeface="微軟正黑體"/>
                <a:ea typeface="微軟正黑體"/>
              </a:rPr>
              <a:t>無形資產引進對象</a:t>
            </a:r>
            <a:endParaRPr lang="en-US" sz="2000" b="0" u="none" strike="noStrike">
              <a:solidFill>
                <a:srgbClr val="FFFFFF"/>
              </a:solidFill>
              <a:effectLst/>
              <a:uFillTx/>
              <a:latin typeface="Arial"/>
            </a:endParaRPr>
          </a:p>
          <a:p>
            <a:pPr>
              <a:lnSpc>
                <a:spcPct val="100000"/>
              </a:lnSpc>
            </a:pPr>
            <a:r>
              <a:rPr lang="zh-TW" sz="2000" b="0" u="none" strike="noStrike">
                <a:solidFill>
                  <a:srgbClr val="FFFFFF"/>
                </a:solidFill>
                <a:effectLst/>
                <a:uFillTx/>
                <a:latin typeface="微軟正黑體"/>
                <a:ea typeface="微軟正黑體"/>
              </a:rPr>
              <a:t>開發權重占比：</a:t>
            </a:r>
            <a:r>
              <a:rPr lang="en-US" sz="2000" b="0" u="none" strike="noStrike">
                <a:solidFill>
                  <a:srgbClr val="FFFFFF"/>
                </a:solidFill>
                <a:effectLst/>
                <a:uFillTx/>
                <a:latin typeface="微軟正黑體"/>
                <a:ea typeface="微軟正黑體"/>
              </a:rPr>
              <a:t>xx%</a:t>
            </a:r>
            <a:endParaRPr lang="en-US" sz="2000" b="0" u="none" strike="noStrike">
              <a:solidFill>
                <a:srgbClr val="FFFFFF"/>
              </a:solidFill>
              <a:effectLst/>
              <a:uFillTx/>
              <a:latin typeface="Arial"/>
            </a:endParaRPr>
          </a:p>
          <a:p>
            <a:pPr>
              <a:lnSpc>
                <a:spcPct val="100000"/>
              </a:lnSpc>
            </a:pPr>
            <a:r>
              <a:rPr lang="zh-TW" sz="2000" b="0" u="none" strike="noStrike">
                <a:solidFill>
                  <a:srgbClr val="FFFFFF"/>
                </a:solidFill>
                <a:effectLst/>
                <a:uFillTx/>
                <a:latin typeface="微軟正黑體"/>
                <a:ea typeface="微軟正黑體"/>
              </a:rPr>
              <a:t>無形資產引進項目：</a:t>
            </a:r>
            <a:endParaRPr lang="en-US" sz="2000" b="0" u="none" strike="noStrike">
              <a:solidFill>
                <a:srgbClr val="FFFFFF"/>
              </a:solidFill>
              <a:effectLst/>
              <a:uFillTx/>
              <a:latin typeface="Arial"/>
            </a:endParaRPr>
          </a:p>
          <a:p>
            <a:pPr>
              <a:lnSpc>
                <a:spcPct val="100000"/>
              </a:lnSpc>
            </a:pPr>
            <a:r>
              <a:rPr lang="zh-TW" sz="2000" b="0" u="none" strike="noStrike">
                <a:solidFill>
                  <a:srgbClr val="FFFFFF"/>
                </a:solidFill>
                <a:effectLst/>
                <a:uFillTx/>
                <a:latin typeface="微軟正黑體"/>
                <a:ea typeface="微軟正黑體"/>
              </a:rPr>
              <a:t>金額：</a:t>
            </a:r>
            <a:endParaRPr lang="en-US" sz="2000" b="0" u="none" strike="noStrike">
              <a:solidFill>
                <a:srgbClr val="FFFFFF"/>
              </a:solidFill>
              <a:effectLst/>
              <a:uFillTx/>
              <a:latin typeface="Arial"/>
            </a:endParaRPr>
          </a:p>
        </p:txBody>
      </p:sp>
      <p:sp>
        <p:nvSpPr>
          <p:cNvPr id="171" name="AutoShape 29"/>
          <p:cNvSpPr/>
          <p:nvPr/>
        </p:nvSpPr>
        <p:spPr>
          <a:xfrm>
            <a:off x="4655880" y="4221000"/>
            <a:ext cx="2880360" cy="1368000"/>
          </a:xfrm>
          <a:custGeom>
            <a:avLst/>
            <a:gdLst>
              <a:gd name="textAreaLeft" fmla="*/ 34560 w 2880360"/>
              <a:gd name="textAreaRight" fmla="*/ 2845800 w 2880360"/>
              <a:gd name="textAreaTop" fmla="*/ 34560 h 1368000"/>
              <a:gd name="textAreaBottom" fmla="*/ 1333440 h 1368000"/>
            </a:gdLst>
            <a:ahLst/>
            <a:cxnLst/>
            <a:rect l="textAreaLeft" t="textAreaTop" r="textAreaRight" b="textAreaBottom"/>
            <a:pathLst>
              <a:path w="45473" h="21600">
                <a:moveTo>
                  <a:pt x="1874" y="0"/>
                </a:moveTo>
                <a:lnTo>
                  <a:pt x="1874" y="0"/>
                </a:lnTo>
                <a:arcTo wR="1874" hR="1874" stAng="-5400000" swAng="-5400000"/>
                <a:lnTo>
                  <a:pt x="0" y="1874"/>
                </a:lnTo>
                <a:arcTo wR="0" hR="0" stAng="0" swAng="0"/>
                <a:lnTo>
                  <a:pt x="0" y="19726"/>
                </a:lnTo>
                <a:lnTo>
                  <a:pt x="0" y="19726"/>
                </a:lnTo>
                <a:arcTo wR="1874" hR="1874" stAng="-10800000" swAng="-5400000"/>
                <a:lnTo>
                  <a:pt x="1874" y="21600"/>
                </a:lnTo>
                <a:arcTo wR="0" hR="0" stAng="0" swAng="0"/>
                <a:lnTo>
                  <a:pt x="43599" y="21600"/>
                </a:lnTo>
                <a:lnTo>
                  <a:pt x="43599" y="21600"/>
                </a:lnTo>
                <a:arcTo wR="1874" hR="1874" stAng="5400000" swAng="-5400000"/>
                <a:lnTo>
                  <a:pt x="45473" y="19726"/>
                </a:lnTo>
                <a:arcTo wR="0" hR="0" stAng="0" swAng="0"/>
                <a:lnTo>
                  <a:pt x="45473" y="1874"/>
                </a:lnTo>
                <a:lnTo>
                  <a:pt x="45473" y="1874"/>
                </a:lnTo>
                <a:arcTo wR="1874" hR="1874" stAng="0" swAng="-5400000"/>
                <a:lnTo>
                  <a:pt x="43599" y="0"/>
                </a:lnTo>
                <a:arcTo wR="0" hR="0" stAng="0" swAng="0"/>
                <a:close/>
              </a:path>
            </a:pathLst>
          </a:custGeom>
          <a:solidFill>
            <a:srgbClr val="00B050"/>
          </a:solidFill>
          <a:ln w="0">
            <a:noFill/>
          </a:ln>
        </p:spPr>
        <p:style>
          <a:lnRef idx="0"/>
          <a:fillRef idx="0"/>
          <a:effectRef idx="0"/>
          <a:fontRef idx="minor"/>
        </p:style>
        <p:txBody>
          <a:bodyPr wrap="none" lIns="87480" tIns="44280" rIns="87480" bIns="44280" anchor="ctr">
            <a:noAutofit/>
          </a:bodyPr>
          <a:p>
            <a:pPr algn="ctr">
              <a:lnSpc>
                <a:spcPct val="100000"/>
              </a:lnSpc>
            </a:pPr>
            <a:r>
              <a:rPr lang="zh-TW" sz="2000" b="0" u="sng" strike="noStrike">
                <a:solidFill>
                  <a:srgbClr val="FFFFFF"/>
                </a:solidFill>
                <a:effectLst/>
                <a:uFillTx/>
                <a:latin typeface="微軟正黑體"/>
                <a:ea typeface="微軟正黑體"/>
              </a:rPr>
              <a:t>委託研究對象</a:t>
            </a:r>
            <a:endParaRPr lang="en-US" sz="2000" b="0" u="none" strike="noStrike">
              <a:solidFill>
                <a:srgbClr val="FFFFFF"/>
              </a:solidFill>
              <a:effectLst/>
              <a:uFillTx/>
              <a:latin typeface="Arial"/>
            </a:endParaRPr>
          </a:p>
          <a:p>
            <a:pPr>
              <a:lnSpc>
                <a:spcPct val="100000"/>
              </a:lnSpc>
            </a:pPr>
            <a:r>
              <a:rPr lang="zh-TW" sz="2000" b="0" u="none" strike="noStrike">
                <a:solidFill>
                  <a:srgbClr val="FFFFFF"/>
                </a:solidFill>
                <a:effectLst/>
                <a:uFillTx/>
                <a:latin typeface="微軟正黑體"/>
                <a:ea typeface="微軟正黑體"/>
              </a:rPr>
              <a:t>開發權重占比：</a:t>
            </a:r>
            <a:r>
              <a:rPr lang="en-US" sz="2000" b="0" u="none" strike="noStrike">
                <a:solidFill>
                  <a:srgbClr val="FFFFFF"/>
                </a:solidFill>
                <a:effectLst/>
                <a:uFillTx/>
                <a:latin typeface="微軟正黑體"/>
                <a:ea typeface="微軟正黑體"/>
              </a:rPr>
              <a:t>xx%</a:t>
            </a:r>
            <a:endParaRPr lang="en-US" sz="2000" b="0" u="none" strike="noStrike">
              <a:solidFill>
                <a:srgbClr val="FFFFFF"/>
              </a:solidFill>
              <a:effectLst/>
              <a:uFillTx/>
              <a:latin typeface="Arial"/>
            </a:endParaRPr>
          </a:p>
          <a:p>
            <a:pPr>
              <a:lnSpc>
                <a:spcPct val="100000"/>
              </a:lnSpc>
            </a:pPr>
            <a:r>
              <a:rPr lang="zh-TW" sz="2000" b="0" u="none" strike="noStrike">
                <a:solidFill>
                  <a:srgbClr val="FFFFFF"/>
                </a:solidFill>
                <a:effectLst/>
                <a:uFillTx/>
                <a:latin typeface="微軟正黑體"/>
                <a:ea typeface="微軟正黑體"/>
              </a:rPr>
              <a:t>委託研究項目：</a:t>
            </a:r>
            <a:endParaRPr lang="en-US" sz="2000" b="0" u="none" strike="noStrike">
              <a:solidFill>
                <a:srgbClr val="FFFFFF"/>
              </a:solidFill>
              <a:effectLst/>
              <a:uFillTx/>
              <a:latin typeface="Arial"/>
            </a:endParaRPr>
          </a:p>
          <a:p>
            <a:pPr>
              <a:lnSpc>
                <a:spcPct val="100000"/>
              </a:lnSpc>
            </a:pPr>
            <a:r>
              <a:rPr lang="zh-TW" sz="2000" b="0" u="none" strike="noStrike">
                <a:solidFill>
                  <a:srgbClr val="FFFFFF"/>
                </a:solidFill>
                <a:effectLst/>
                <a:uFillTx/>
                <a:latin typeface="微軟正黑體"/>
                <a:ea typeface="微軟正黑體"/>
              </a:rPr>
              <a:t>金額：</a:t>
            </a:r>
            <a:endParaRPr lang="en-US" sz="2000" b="0" u="none" strike="noStrike">
              <a:solidFill>
                <a:srgbClr val="FFFFFF"/>
              </a:solidFill>
              <a:effectLst/>
              <a:uFillTx/>
              <a:latin typeface="Arial"/>
            </a:endParaRPr>
          </a:p>
        </p:txBody>
      </p:sp>
      <p:sp>
        <p:nvSpPr>
          <p:cNvPr id="172" name="AutoShape 29"/>
          <p:cNvSpPr/>
          <p:nvPr/>
        </p:nvSpPr>
        <p:spPr>
          <a:xfrm>
            <a:off x="7680240" y="4221000"/>
            <a:ext cx="2880360" cy="1368000"/>
          </a:xfrm>
          <a:custGeom>
            <a:avLst/>
            <a:gdLst>
              <a:gd name="textAreaLeft" fmla="*/ 34560 w 2880360"/>
              <a:gd name="textAreaRight" fmla="*/ 2845800 w 2880360"/>
              <a:gd name="textAreaTop" fmla="*/ 34560 h 1368000"/>
              <a:gd name="textAreaBottom" fmla="*/ 1333440 h 1368000"/>
            </a:gdLst>
            <a:ahLst/>
            <a:cxnLst/>
            <a:rect l="textAreaLeft" t="textAreaTop" r="textAreaRight" b="textAreaBottom"/>
            <a:pathLst>
              <a:path w="45473" h="21600">
                <a:moveTo>
                  <a:pt x="1874" y="0"/>
                </a:moveTo>
                <a:lnTo>
                  <a:pt x="1874" y="0"/>
                </a:lnTo>
                <a:arcTo wR="1874" hR="1874" stAng="-5400000" swAng="-5400000"/>
                <a:lnTo>
                  <a:pt x="0" y="1874"/>
                </a:lnTo>
                <a:arcTo wR="0" hR="0" stAng="0" swAng="0"/>
                <a:lnTo>
                  <a:pt x="0" y="19726"/>
                </a:lnTo>
                <a:lnTo>
                  <a:pt x="0" y="19726"/>
                </a:lnTo>
                <a:arcTo wR="1874" hR="1874" stAng="-10800000" swAng="-5400000"/>
                <a:lnTo>
                  <a:pt x="1874" y="21600"/>
                </a:lnTo>
                <a:arcTo wR="0" hR="0" stAng="0" swAng="0"/>
                <a:lnTo>
                  <a:pt x="43599" y="21600"/>
                </a:lnTo>
                <a:lnTo>
                  <a:pt x="43599" y="21600"/>
                </a:lnTo>
                <a:arcTo wR="1874" hR="1874" stAng="5400000" swAng="-5400000"/>
                <a:lnTo>
                  <a:pt x="45473" y="19726"/>
                </a:lnTo>
                <a:arcTo wR="0" hR="0" stAng="0" swAng="0"/>
                <a:lnTo>
                  <a:pt x="45473" y="1874"/>
                </a:lnTo>
                <a:lnTo>
                  <a:pt x="45473" y="1874"/>
                </a:lnTo>
                <a:arcTo wR="1874" hR="1874" stAng="0" swAng="-5400000"/>
                <a:lnTo>
                  <a:pt x="43599" y="0"/>
                </a:lnTo>
                <a:arcTo wR="0" hR="0" stAng="0" swAng="0"/>
                <a:close/>
              </a:path>
            </a:pathLst>
          </a:custGeom>
          <a:solidFill>
            <a:srgbClr val="7F7F7F"/>
          </a:solidFill>
          <a:ln w="0">
            <a:noFill/>
          </a:ln>
        </p:spPr>
        <p:style>
          <a:lnRef idx="0"/>
          <a:fillRef idx="0"/>
          <a:effectRef idx="0"/>
          <a:fontRef idx="minor"/>
        </p:style>
        <p:txBody>
          <a:bodyPr wrap="none" lIns="87480" tIns="44280" rIns="87480" bIns="44280" anchor="ctr">
            <a:noAutofit/>
          </a:bodyPr>
          <a:p>
            <a:pPr algn="ctr">
              <a:lnSpc>
                <a:spcPct val="100000"/>
              </a:lnSpc>
            </a:pPr>
            <a:r>
              <a:rPr lang="zh-TW" sz="2000" b="0" u="sng" strike="noStrike">
                <a:solidFill>
                  <a:srgbClr val="FFFFFF"/>
                </a:solidFill>
                <a:effectLst/>
                <a:uFillTx/>
                <a:latin typeface="Times New Roman"/>
                <a:ea typeface="微軟正黑體"/>
              </a:rPr>
              <a:t>驗證對象</a:t>
            </a:r>
            <a:endParaRPr lang="en-US" sz="2000" b="0" u="none" strike="noStrike">
              <a:solidFill>
                <a:srgbClr val="FFFFFF"/>
              </a:solidFill>
              <a:effectLst/>
              <a:uFillTx/>
              <a:latin typeface="Arial"/>
            </a:endParaRPr>
          </a:p>
          <a:p>
            <a:pPr>
              <a:lnSpc>
                <a:spcPct val="100000"/>
              </a:lnSpc>
            </a:pPr>
            <a:r>
              <a:rPr lang="zh-TW" sz="2000" b="0" u="none" strike="noStrike">
                <a:solidFill>
                  <a:srgbClr val="FFFFFF"/>
                </a:solidFill>
                <a:effectLst/>
                <a:uFillTx/>
                <a:latin typeface="Times New Roman"/>
                <a:ea typeface="微軟正黑體"/>
              </a:rPr>
              <a:t>開發權重占比：</a:t>
            </a:r>
            <a:r>
              <a:rPr lang="en-US" sz="2000" b="0" u="none" strike="noStrike">
                <a:solidFill>
                  <a:srgbClr val="FFFFFF"/>
                </a:solidFill>
                <a:effectLst/>
                <a:uFillTx/>
                <a:latin typeface="Times New Roman"/>
                <a:ea typeface="微軟正黑體"/>
              </a:rPr>
              <a:t>xx%</a:t>
            </a:r>
            <a:endParaRPr lang="en-US" sz="2000" b="0" u="none" strike="noStrike">
              <a:solidFill>
                <a:srgbClr val="FFFFFF"/>
              </a:solidFill>
              <a:effectLst/>
              <a:uFillTx/>
              <a:latin typeface="Arial"/>
            </a:endParaRPr>
          </a:p>
          <a:p>
            <a:pPr>
              <a:lnSpc>
                <a:spcPct val="100000"/>
              </a:lnSpc>
            </a:pPr>
            <a:r>
              <a:rPr lang="zh-TW" sz="2000" b="0" u="none" strike="noStrike">
                <a:solidFill>
                  <a:srgbClr val="FFFFFF"/>
                </a:solidFill>
                <a:effectLst/>
                <a:uFillTx/>
                <a:latin typeface="Times New Roman"/>
                <a:ea typeface="微軟正黑體"/>
              </a:rPr>
              <a:t>驗證項目：</a:t>
            </a:r>
            <a:endParaRPr lang="en-US" sz="2000" b="0" u="none" strike="noStrike">
              <a:solidFill>
                <a:srgbClr val="FFFFFF"/>
              </a:solidFill>
              <a:effectLst/>
              <a:uFillTx/>
              <a:latin typeface="Arial"/>
            </a:endParaRPr>
          </a:p>
          <a:p>
            <a:pPr>
              <a:lnSpc>
                <a:spcPct val="100000"/>
              </a:lnSpc>
            </a:pPr>
            <a:r>
              <a:rPr lang="zh-TW" sz="2000" b="0" u="none" strike="noStrike">
                <a:solidFill>
                  <a:srgbClr val="FFFFFF"/>
                </a:solidFill>
                <a:effectLst/>
                <a:uFillTx/>
                <a:latin typeface="Times New Roman"/>
                <a:ea typeface="微軟正黑體"/>
              </a:rPr>
              <a:t>金額：</a:t>
            </a:r>
            <a:endParaRPr lang="en-US" sz="2000" b="0" u="none" strike="noStrike">
              <a:solidFill>
                <a:srgbClr val="FFFFFF"/>
              </a:solidFill>
              <a:effectLst/>
              <a:uFillTx/>
              <a:latin typeface="Arial"/>
            </a:endParaRPr>
          </a:p>
        </p:txBody>
      </p:sp>
      <p:sp>
        <p:nvSpPr>
          <p:cNvPr id="173" name="加號 7"/>
          <p:cNvSpPr/>
          <p:nvPr/>
        </p:nvSpPr>
        <p:spPr>
          <a:xfrm>
            <a:off x="5735880" y="3501000"/>
            <a:ext cx="504000" cy="576000"/>
          </a:xfrm>
          <a:custGeom>
            <a:avLst/>
            <a:gdLst>
              <a:gd name="textAreaLeft" fmla="*/ 66600 w 504000"/>
              <a:gd name="textAreaRight" fmla="*/ 437400 w 504000"/>
              <a:gd name="textAreaTop" fmla="*/ 228600 h 576000"/>
              <a:gd name="textAreaBottom" fmla="*/ 347400 h 576000"/>
            </a:gdLst>
            <a:ahLst/>
            <a:cxnLst/>
            <a:rect l="textAreaLeft" t="textAreaTop" r="textAreaRight" b="textAreaBottom"/>
            <a:pathLst>
              <a:path w="21600" h="24684">
                <a:moveTo>
                  <a:pt x="2863" y="9802"/>
                </a:moveTo>
                <a:lnTo>
                  <a:pt x="8260" y="9802"/>
                </a:lnTo>
                <a:lnTo>
                  <a:pt x="8260" y="3272"/>
                </a:lnTo>
                <a:lnTo>
                  <a:pt x="13340" y="3272"/>
                </a:lnTo>
                <a:lnTo>
                  <a:pt x="13340" y="9802"/>
                </a:lnTo>
                <a:lnTo>
                  <a:pt x="18737" y="9802"/>
                </a:lnTo>
                <a:lnTo>
                  <a:pt x="18737" y="14882"/>
                </a:lnTo>
                <a:lnTo>
                  <a:pt x="13340" y="14882"/>
                </a:lnTo>
                <a:lnTo>
                  <a:pt x="13340" y="21412"/>
                </a:lnTo>
                <a:lnTo>
                  <a:pt x="8260" y="21412"/>
                </a:lnTo>
                <a:lnTo>
                  <a:pt x="8260" y="14882"/>
                </a:lnTo>
                <a:lnTo>
                  <a:pt x="2863" y="14882"/>
                </a:lnTo>
                <a:close/>
              </a:path>
            </a:pathLst>
          </a:custGeom>
          <a:solidFill>
            <a:srgbClr val="FF0000"/>
          </a:solidFill>
          <a:ln w="0">
            <a:noFill/>
          </a:ln>
        </p:spPr>
        <p:style>
          <a:lnRef idx="0"/>
          <a:fillRef idx="0"/>
          <a:effectRef idx="0"/>
          <a:fontRef idx="minor"/>
        </p:style>
        <p:txBody>
          <a:bodyPr anchor="ctr" anchorCtr="1">
            <a:noAutofit/>
          </a:bodyPr>
          <a:p>
            <a:endParaRPr lang="en-US" sz="1800" b="0" u="none" strike="noStrike">
              <a:solidFill>
                <a:srgbClr val="FFFFFF"/>
              </a:solidFill>
              <a:effectLst/>
              <a:uFillTx/>
              <a:latin typeface="Arial"/>
            </a:endParaRPr>
          </a:p>
        </p:txBody>
      </p:sp>
      <p:sp>
        <p:nvSpPr>
          <p:cNvPr id="174" name="投影片編號版面配置區 8"/>
          <p:cNvSpPr txBox="1"/>
          <p:nvPr/>
        </p:nvSpPr>
        <p:spPr>
          <a:xfrm>
            <a:off x="9448920" y="6500160"/>
            <a:ext cx="2743200" cy="365040"/>
          </a:xfrm>
          <a:prstGeom prst="rect">
            <a:avLst/>
          </a:prstGeom>
          <a:noFill/>
          <a:ln w="0">
            <a:noFill/>
          </a:ln>
        </p:spPr>
        <p:txBody>
          <a:bodyPr anchor="t">
            <a:noAutofit/>
          </a:bodyPr>
          <a:p>
            <a:pPr algn="r">
              <a:lnSpc>
                <a:spcPct val="100000"/>
              </a:lnSpc>
            </a:pPr>
            <a:fld id="{815D4136-9B84-4756-AFB8-064C43C50290}" type="slidenum">
              <a:rPr lang="en-US" sz="1000" b="0" u="none" strike="noStrike">
                <a:solidFill>
                  <a:srgbClr val="000000"/>
                </a:solidFill>
                <a:effectLst/>
                <a:uFillTx/>
                <a:latin typeface="微軟正黑體"/>
                <a:ea typeface="微軟正黑體"/>
              </a:rPr>
              <a:t>16</a:t>
            </a:fld>
            <a:endParaRPr lang="en-US" sz="1000" b="0" u="none" strike="noStrike">
              <a:solidFill>
                <a:srgbClr val="000000"/>
              </a:solidFill>
              <a:effectLst/>
              <a:uFillTx/>
              <a:latin typeface="Arial"/>
            </a:endParaRPr>
          </a:p>
        </p:txBody>
      </p:sp>
      <p:sp>
        <p:nvSpPr>
          <p:cNvPr id="175" name="標題 1"/>
          <p:cNvSpPr txBox="1"/>
          <p:nvPr/>
        </p:nvSpPr>
        <p:spPr>
          <a:xfrm>
            <a:off x="1981080" y="136440"/>
            <a:ext cx="8229600" cy="921960"/>
          </a:xfrm>
          <a:prstGeom prst="rect">
            <a:avLst/>
          </a:prstGeom>
          <a:noFill/>
          <a:ln w="0">
            <a:noFill/>
          </a:ln>
        </p:spPr>
        <p:txBody>
          <a:bodyPr anchor="ctr" anchorCtr="1">
            <a:normAutofit/>
          </a:bodyPr>
          <a:p>
            <a:pPr algn="ctr">
              <a:lnSpc>
                <a:spcPct val="100000"/>
              </a:lnSpc>
            </a:pPr>
            <a:r>
              <a:rPr lang="zh-TW" sz="3600" b="1" u="none" strike="noStrike">
                <a:solidFill>
                  <a:srgbClr val="C00000"/>
                </a:solidFill>
                <a:effectLst/>
                <a:uFillTx/>
                <a:latin typeface="微軟正黑體"/>
                <a:ea typeface="微軟正黑體"/>
              </a:rPr>
              <a:t>六</a:t>
            </a:r>
            <a:r>
              <a:rPr lang="zh-TW" sz="3600" b="1" u="none" strike="noStrike">
                <a:solidFill>
                  <a:srgbClr val="C00000"/>
                </a:solidFill>
                <a:effectLst/>
                <a:uFillTx/>
                <a:latin typeface="微軟正黑體"/>
                <a:ea typeface="微軟正黑體"/>
              </a:rPr>
              <a:t>、無形資產引進、委託研究與驗證</a:t>
            </a:r>
            <a:endParaRPr lang="en-US" sz="36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6" name="投影片編號版面配置區 5"/>
          <p:cNvSpPr txBox="1"/>
          <p:nvPr/>
        </p:nvSpPr>
        <p:spPr>
          <a:xfrm>
            <a:off x="9448920" y="6500160"/>
            <a:ext cx="2743200" cy="365040"/>
          </a:xfrm>
          <a:prstGeom prst="rect">
            <a:avLst/>
          </a:prstGeom>
          <a:noFill/>
          <a:ln w="0">
            <a:noFill/>
          </a:ln>
        </p:spPr>
        <p:txBody>
          <a:bodyPr anchor="t">
            <a:noAutofit/>
          </a:bodyPr>
          <a:p>
            <a:pPr algn="r">
              <a:lnSpc>
                <a:spcPct val="100000"/>
              </a:lnSpc>
            </a:pPr>
            <a:fld id="{3C6B1954-88B1-470F-AB56-B398B5D5150A}" type="slidenum">
              <a:rPr lang="en-US" sz="1000" b="0" u="none" strike="noStrike">
                <a:solidFill>
                  <a:srgbClr val="000000"/>
                </a:solidFill>
                <a:effectLst/>
                <a:uFillTx/>
                <a:latin typeface="微軟正黑體"/>
                <a:ea typeface="微軟正黑體"/>
              </a:rPr>
              <a:t>&lt;編號&gt;</a:t>
            </a:fld>
            <a:endParaRPr lang="en-US" sz="1000" b="0" u="none" strike="noStrike">
              <a:solidFill>
                <a:srgbClr val="000000"/>
              </a:solidFill>
              <a:effectLst/>
              <a:uFillTx/>
              <a:latin typeface="Arial"/>
            </a:endParaRPr>
          </a:p>
        </p:txBody>
      </p:sp>
      <p:sp>
        <p:nvSpPr>
          <p:cNvPr id="177" name="標題 1"/>
          <p:cNvSpPr txBox="1"/>
          <p:nvPr/>
        </p:nvSpPr>
        <p:spPr>
          <a:xfrm>
            <a:off x="1981080" y="136440"/>
            <a:ext cx="8229600" cy="921960"/>
          </a:xfrm>
          <a:prstGeom prst="rect">
            <a:avLst/>
          </a:prstGeom>
          <a:noFill/>
          <a:ln w="0">
            <a:noFill/>
          </a:ln>
        </p:spPr>
        <p:txBody>
          <a:bodyPr anchor="ctr" anchorCtr="1">
            <a:normAutofit/>
          </a:bodyPr>
          <a:p>
            <a:pPr algn="ctr">
              <a:lnSpc>
                <a:spcPct val="100000"/>
              </a:lnSpc>
            </a:pPr>
            <a:r>
              <a:rPr lang="zh-TW" sz="3600" b="1" u="none" strike="noStrike">
                <a:solidFill>
                  <a:srgbClr val="C00000"/>
                </a:solidFill>
                <a:effectLst/>
                <a:uFillTx/>
                <a:latin typeface="微軟正黑體"/>
                <a:ea typeface="微軟正黑體"/>
              </a:rPr>
              <a:t>七</a:t>
            </a:r>
            <a:r>
              <a:rPr lang="zh-TW" sz="3600" b="1" u="none" strike="noStrike">
                <a:solidFill>
                  <a:srgbClr val="C00000"/>
                </a:solidFill>
                <a:effectLst/>
                <a:uFillTx/>
                <a:latin typeface="微軟正黑體"/>
                <a:ea typeface="微軟正黑體"/>
              </a:rPr>
              <a:t>、競爭者分析</a:t>
            </a:r>
            <a:endParaRPr lang="en-US" sz="36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8" name="投影片編號版面配置區 5"/>
          <p:cNvSpPr txBox="1"/>
          <p:nvPr/>
        </p:nvSpPr>
        <p:spPr>
          <a:xfrm>
            <a:off x="9448920" y="6500160"/>
            <a:ext cx="2743200" cy="365040"/>
          </a:xfrm>
          <a:prstGeom prst="rect">
            <a:avLst/>
          </a:prstGeom>
          <a:noFill/>
          <a:ln w="0">
            <a:noFill/>
          </a:ln>
        </p:spPr>
        <p:txBody>
          <a:bodyPr anchor="t">
            <a:noAutofit/>
          </a:bodyPr>
          <a:p>
            <a:pPr algn="r">
              <a:lnSpc>
                <a:spcPct val="100000"/>
              </a:lnSpc>
            </a:pPr>
            <a:fld id="{3EC2EDE0-A215-4938-A08B-E2223E05CE80}" type="slidenum">
              <a:rPr lang="en-US" sz="1800" b="0" u="none" strike="noStrike">
                <a:solidFill>
                  <a:srgbClr val="000000"/>
                </a:solidFill>
                <a:effectLst/>
                <a:uFillTx/>
                <a:latin typeface="Aptos"/>
                <a:ea typeface="新細明體"/>
              </a:rPr>
              <a:t>&lt;編號&gt;</a:t>
            </a:fld>
            <a:endParaRPr lang="en-US" sz="1800" b="0" u="none" strike="noStrike">
              <a:solidFill>
                <a:srgbClr val="000000"/>
              </a:solidFill>
              <a:effectLst/>
              <a:uFillTx/>
              <a:latin typeface="Arial"/>
            </a:endParaRPr>
          </a:p>
        </p:txBody>
      </p:sp>
      <p:sp>
        <p:nvSpPr>
          <p:cNvPr id="179" name="標題 1"/>
          <p:cNvSpPr txBox="1"/>
          <p:nvPr/>
        </p:nvSpPr>
        <p:spPr>
          <a:xfrm>
            <a:off x="1981080" y="136440"/>
            <a:ext cx="8229600" cy="921960"/>
          </a:xfrm>
          <a:prstGeom prst="rect">
            <a:avLst/>
          </a:prstGeom>
          <a:noFill/>
          <a:ln w="0">
            <a:noFill/>
          </a:ln>
        </p:spPr>
        <p:txBody>
          <a:bodyPr anchor="ctr" anchorCtr="1">
            <a:normAutofit/>
          </a:bodyPr>
          <a:p>
            <a:pPr algn="ctr">
              <a:lnSpc>
                <a:spcPct val="100000"/>
              </a:lnSpc>
            </a:pPr>
            <a:r>
              <a:rPr lang="zh-TW" sz="3600" b="1" u="none" strike="noStrike">
                <a:solidFill>
                  <a:srgbClr val="C00000"/>
                </a:solidFill>
                <a:effectLst/>
                <a:uFillTx/>
                <a:latin typeface="微軟正黑體"/>
                <a:ea typeface="微軟正黑體"/>
              </a:rPr>
              <a:t>八、營運服務規劃</a:t>
            </a:r>
            <a:endParaRPr lang="en-US" sz="3600" b="0" u="none" strike="noStrike">
              <a:solidFill>
                <a:srgbClr val="000000"/>
              </a:solidFill>
              <a:effectLst/>
              <a:uFillTx/>
              <a:latin typeface="Arial"/>
            </a:endParaRPr>
          </a:p>
        </p:txBody>
      </p:sp>
      <p:sp>
        <p:nvSpPr>
          <p:cNvPr id="180" name="文字方塊 4"/>
          <p:cNvSpPr txBox="1"/>
          <p:nvPr/>
        </p:nvSpPr>
        <p:spPr>
          <a:xfrm>
            <a:off x="1057320" y="1204200"/>
            <a:ext cx="10582200" cy="921240"/>
          </a:xfrm>
          <a:prstGeom prst="rect">
            <a:avLst/>
          </a:prstGeom>
          <a:noFill/>
          <a:ln w="0">
            <a:noFill/>
          </a:ln>
        </p:spPr>
        <p:txBody>
          <a:bodyPr anchor="t">
            <a:spAutoFit/>
          </a:bodyPr>
          <a:p>
            <a:pPr>
              <a:lnSpc>
                <a:spcPct val="100000"/>
              </a:lnSpc>
            </a:pPr>
            <a:r>
              <a:rPr lang="zh-TW" sz="1800" b="1" u="none" strike="noStrike">
                <a:solidFill>
                  <a:srgbClr val="7F7F7F"/>
                </a:solidFill>
                <a:effectLst/>
                <a:uFillTx/>
                <a:latin typeface="微軟正黑體"/>
                <a:ea typeface="微軟正黑體"/>
              </a:rPr>
              <a:t>（請說明</a:t>
            </a:r>
            <a:r>
              <a:rPr lang="en-US" sz="1800" b="1" u="none" strike="noStrike">
                <a:solidFill>
                  <a:srgbClr val="7F7F7F"/>
                </a:solidFill>
                <a:effectLst/>
                <a:uFillTx/>
                <a:latin typeface="微軟正黑體"/>
                <a:ea typeface="微軟正黑體"/>
              </a:rPr>
              <a:t>AI</a:t>
            </a:r>
            <a:r>
              <a:rPr lang="zh-TW" sz="1800" b="1" u="none" strike="noStrike">
                <a:solidFill>
                  <a:srgbClr val="7F7F7F"/>
                </a:solidFill>
                <a:effectLst/>
                <a:uFillTx/>
                <a:latin typeface="微軟正黑體"/>
                <a:ea typeface="微軟正黑體"/>
              </a:rPr>
              <a:t>服務的服務水準目標與具體衡量方式，須有服務品質規劃、營運數據分析、管理平台等，並請提出欲導入之潛在客戶名單。衡量指標如服務涵蓋率、市場佔有率、客戶滿意度、客戶留存率、會員續約率、會員黏著度等）</a:t>
            </a:r>
            <a:endParaRPr lang="en-US" sz="18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1" name="投影片編號版面配置區 5"/>
          <p:cNvSpPr txBox="1"/>
          <p:nvPr/>
        </p:nvSpPr>
        <p:spPr>
          <a:xfrm>
            <a:off x="9448920" y="6500160"/>
            <a:ext cx="2743200" cy="365040"/>
          </a:xfrm>
          <a:prstGeom prst="rect">
            <a:avLst/>
          </a:prstGeom>
          <a:noFill/>
          <a:ln w="0">
            <a:noFill/>
          </a:ln>
        </p:spPr>
        <p:txBody>
          <a:bodyPr anchor="t">
            <a:noAutofit/>
          </a:bodyPr>
          <a:p>
            <a:pPr algn="r">
              <a:lnSpc>
                <a:spcPct val="100000"/>
              </a:lnSpc>
            </a:pPr>
            <a:fld id="{D91444D3-179B-4536-80B5-9E33FF8591B0}" type="slidenum">
              <a:rPr lang="en-US" sz="1000" b="0" u="none" strike="noStrike">
                <a:solidFill>
                  <a:srgbClr val="000000"/>
                </a:solidFill>
                <a:effectLst/>
                <a:uFillTx/>
                <a:latin typeface="微軟正黑體"/>
                <a:ea typeface="微軟正黑體"/>
              </a:rPr>
              <a:t>&lt;編號&gt;</a:t>
            </a:fld>
            <a:endParaRPr lang="en-US" sz="1000" b="0" u="none" strike="noStrike">
              <a:solidFill>
                <a:srgbClr val="000000"/>
              </a:solidFill>
              <a:effectLst/>
              <a:uFillTx/>
              <a:latin typeface="Arial"/>
            </a:endParaRPr>
          </a:p>
        </p:txBody>
      </p:sp>
      <p:sp>
        <p:nvSpPr>
          <p:cNvPr id="182" name="標題 1"/>
          <p:cNvSpPr txBox="1"/>
          <p:nvPr/>
        </p:nvSpPr>
        <p:spPr>
          <a:xfrm>
            <a:off x="1981080" y="136440"/>
            <a:ext cx="8229600" cy="921960"/>
          </a:xfrm>
          <a:prstGeom prst="rect">
            <a:avLst/>
          </a:prstGeom>
          <a:noFill/>
          <a:ln w="0">
            <a:noFill/>
          </a:ln>
        </p:spPr>
        <p:txBody>
          <a:bodyPr anchor="ctr" anchorCtr="1">
            <a:normAutofit/>
          </a:bodyPr>
          <a:p>
            <a:pPr algn="ctr">
              <a:lnSpc>
                <a:spcPct val="100000"/>
              </a:lnSpc>
            </a:pPr>
            <a:r>
              <a:rPr lang="zh-TW" sz="3600" b="1" u="none" strike="noStrike">
                <a:solidFill>
                  <a:srgbClr val="C00000"/>
                </a:solidFill>
                <a:effectLst/>
                <a:uFillTx/>
                <a:latin typeface="微軟正黑體"/>
                <a:ea typeface="微軟正黑體"/>
              </a:rPr>
              <a:t>九</a:t>
            </a:r>
            <a:r>
              <a:rPr lang="zh-TW" sz="3600" b="1" u="none" strike="noStrike">
                <a:solidFill>
                  <a:srgbClr val="C00000"/>
                </a:solidFill>
                <a:effectLst/>
                <a:uFillTx/>
                <a:latin typeface="微軟正黑體"/>
                <a:ea typeface="微軟正黑體"/>
              </a:rPr>
              <a:t>、行銷策略規劃</a:t>
            </a:r>
            <a:endParaRPr lang="en-US" sz="3600" b="0" u="none" strike="noStrike">
              <a:solidFill>
                <a:srgbClr val="000000"/>
              </a:solidFill>
              <a:effectLst/>
              <a:uFillTx/>
              <a:latin typeface="Arial"/>
            </a:endParaRPr>
          </a:p>
        </p:txBody>
      </p:sp>
      <p:sp>
        <p:nvSpPr>
          <p:cNvPr id="183" name="PlaceHolder 1"/>
          <p:cNvSpPr>
            <a:spLocks noGrp="1"/>
          </p:cNvSpPr>
          <p:nvPr>
            <p:ph type="title"/>
          </p:nvPr>
        </p:nvSpPr>
        <p:spPr>
          <a:xfrm>
            <a:off x="1084320" y="2912760"/>
            <a:ext cx="8229600" cy="792000"/>
          </a:xfrm>
          <a:prstGeom prst="rect">
            <a:avLst/>
          </a:prstGeom>
          <a:noFill/>
          <a:ln w="19080">
            <a:noFill/>
          </a:ln>
        </p:spPr>
        <p:txBody>
          <a:bodyPr lIns="91440" tIns="45720" rIns="91440" bIns="45720" anchor="ctr">
            <a:noAutofit/>
          </a:bodyPr>
          <a:p>
            <a:pPr indent="0" algn="l">
              <a:lnSpc>
                <a:spcPct val="90000"/>
              </a:lnSpc>
              <a:buNone/>
            </a:pPr>
            <a:br>
              <a:rPr sz="3200"/>
            </a:br>
            <a:br>
              <a:rPr sz="3200"/>
            </a:br>
            <a:br>
              <a:rPr sz="3200"/>
            </a:br>
            <a:br>
              <a:rPr sz="3200"/>
            </a:br>
            <a:r>
              <a:rPr lang="en-US" sz="3200" b="1" u="none" strike="noStrike">
                <a:solidFill>
                  <a:srgbClr val="000000"/>
                </a:solidFill>
                <a:effectLst/>
                <a:uFillTx/>
                <a:latin typeface="微軟正黑體"/>
                <a:ea typeface="微軟正黑體"/>
              </a:rPr>
              <a:t>(</a:t>
            </a:r>
            <a:r>
              <a:rPr lang="zh-TW" sz="3200" b="1" u="none" strike="noStrike">
                <a:solidFill>
                  <a:srgbClr val="000000"/>
                </a:solidFill>
                <a:effectLst/>
                <a:uFillTx/>
                <a:latin typeface="Times New Roman"/>
                <a:ea typeface="微軟正黑體"/>
              </a:rPr>
              <a:t>一</a:t>
            </a:r>
            <a:r>
              <a:rPr lang="en-US" sz="3200" b="1" u="none" strike="noStrike">
                <a:solidFill>
                  <a:srgbClr val="000000"/>
                </a:solidFill>
                <a:effectLst/>
                <a:uFillTx/>
                <a:latin typeface="Times New Roman"/>
                <a:ea typeface="微軟正黑體"/>
              </a:rPr>
              <a:t>)</a:t>
            </a:r>
            <a:r>
              <a:rPr lang="zh-TW" sz="3200" b="1" u="none" strike="noStrike">
                <a:solidFill>
                  <a:srgbClr val="000000"/>
                </a:solidFill>
                <a:effectLst/>
                <a:uFillTx/>
                <a:latin typeface="Times New Roman"/>
                <a:ea typeface="微軟正黑體"/>
              </a:rPr>
              <a:t>產品策略</a:t>
            </a:r>
            <a:br>
              <a:rPr sz="3200"/>
            </a:br>
            <a:br>
              <a:rPr sz="3200"/>
            </a:br>
            <a:br>
              <a:rPr sz="3200"/>
            </a:br>
            <a:br>
              <a:rPr sz="3200"/>
            </a:br>
            <a:r>
              <a:rPr lang="en-US" sz="3200" b="1" u="none" strike="noStrike">
                <a:solidFill>
                  <a:srgbClr val="000000"/>
                </a:solidFill>
                <a:effectLst/>
                <a:uFillTx/>
                <a:latin typeface="Times New Roman"/>
                <a:ea typeface="微軟正黑體"/>
              </a:rPr>
              <a:t>(</a:t>
            </a:r>
            <a:r>
              <a:rPr lang="zh-TW" sz="3200" b="1" u="none" strike="noStrike">
                <a:solidFill>
                  <a:srgbClr val="000000"/>
                </a:solidFill>
                <a:effectLst/>
                <a:uFillTx/>
                <a:latin typeface="Times New Roman"/>
                <a:ea typeface="微軟正黑體"/>
              </a:rPr>
              <a:t>二</a:t>
            </a:r>
            <a:r>
              <a:rPr lang="en-US" sz="3200" b="1" u="none" strike="noStrike">
                <a:solidFill>
                  <a:srgbClr val="000000"/>
                </a:solidFill>
                <a:effectLst/>
                <a:uFillTx/>
                <a:latin typeface="Times New Roman"/>
                <a:ea typeface="微軟正黑體"/>
              </a:rPr>
              <a:t>)</a:t>
            </a:r>
            <a:r>
              <a:rPr lang="zh-TW" sz="3200" b="1" u="none" strike="noStrike">
                <a:solidFill>
                  <a:srgbClr val="000000"/>
                </a:solidFill>
                <a:effectLst/>
                <a:uFillTx/>
                <a:latin typeface="Times New Roman"/>
                <a:ea typeface="微軟正黑體"/>
              </a:rPr>
              <a:t>推廣策略</a:t>
            </a:r>
            <a:br>
              <a:rPr sz="3200"/>
            </a:br>
            <a:br>
              <a:rPr sz="3200"/>
            </a:br>
            <a:br>
              <a:rPr sz="3200"/>
            </a:br>
            <a:br>
              <a:rPr sz="3200"/>
            </a:br>
            <a:r>
              <a:rPr lang="en-US" sz="3200" b="1" u="none" strike="noStrike">
                <a:solidFill>
                  <a:srgbClr val="000000"/>
                </a:solidFill>
                <a:effectLst/>
                <a:uFillTx/>
                <a:latin typeface="Times New Roman"/>
                <a:ea typeface="微軟正黑體"/>
              </a:rPr>
              <a:t>(</a:t>
            </a:r>
            <a:r>
              <a:rPr lang="zh-TW" sz="3200" b="1" u="none" strike="noStrike">
                <a:solidFill>
                  <a:srgbClr val="000000"/>
                </a:solidFill>
                <a:effectLst/>
                <a:uFillTx/>
                <a:latin typeface="Times New Roman"/>
                <a:ea typeface="微軟正黑體"/>
              </a:rPr>
              <a:t>三</a:t>
            </a:r>
            <a:r>
              <a:rPr lang="en-US" sz="3200" b="1" u="none" strike="noStrike">
                <a:solidFill>
                  <a:srgbClr val="000000"/>
                </a:solidFill>
                <a:effectLst/>
                <a:uFillTx/>
                <a:latin typeface="Times New Roman"/>
                <a:ea typeface="微軟正黑體"/>
              </a:rPr>
              <a:t>)</a:t>
            </a:r>
            <a:r>
              <a:rPr lang="zh-TW" sz="3200" b="1" u="none" strike="noStrike">
                <a:solidFill>
                  <a:srgbClr val="000000"/>
                </a:solidFill>
                <a:effectLst/>
                <a:uFillTx/>
                <a:latin typeface="Times New Roman"/>
                <a:ea typeface="微軟正黑體"/>
              </a:rPr>
              <a:t>通路策略</a:t>
            </a:r>
            <a:br>
              <a:rPr sz="3200"/>
            </a:br>
            <a:br>
              <a:rPr sz="3200"/>
            </a:br>
            <a:br>
              <a:rPr sz="3200"/>
            </a:br>
            <a:br>
              <a:rPr sz="3200"/>
            </a:br>
            <a:endParaRPr lang="en-US" sz="3200" b="0" u="none" strike="noStrike">
              <a:solidFill>
                <a:srgbClr val="000000"/>
              </a:solidFill>
              <a:effectLst/>
              <a:uFillTx/>
              <a:latin typeface="Arial"/>
            </a:endParaRPr>
          </a:p>
        </p:txBody>
      </p:sp>
      <p:sp>
        <p:nvSpPr>
          <p:cNvPr id="184" name="文字方塊 5"/>
          <p:cNvSpPr txBox="1"/>
          <p:nvPr/>
        </p:nvSpPr>
        <p:spPr>
          <a:xfrm>
            <a:off x="1669320" y="1801800"/>
            <a:ext cx="9048600" cy="369360"/>
          </a:xfrm>
          <a:prstGeom prst="rect">
            <a:avLst/>
          </a:prstGeom>
          <a:noFill/>
          <a:ln w="0">
            <a:noFill/>
          </a:ln>
        </p:spPr>
        <p:txBody>
          <a:bodyPr anchor="t">
            <a:spAutoFit/>
          </a:bodyPr>
          <a:p>
            <a:pPr>
              <a:lnSpc>
                <a:spcPct val="100000"/>
              </a:lnSpc>
            </a:pPr>
            <a:r>
              <a:rPr lang="zh-TW" sz="1800" b="1" u="none" strike="noStrike">
                <a:solidFill>
                  <a:srgbClr val="7F7F7F"/>
                </a:solidFill>
                <a:effectLst/>
                <a:uFillTx/>
                <a:latin typeface="微軟正黑體"/>
                <a:ea typeface="微軟正黑體"/>
              </a:rPr>
              <a:t>（請說明產品之定價、功能、特色、包裝、保固及售後服務等規劃）</a:t>
            </a:r>
            <a:endParaRPr lang="en-US" sz="1800" b="0" u="none" strike="noStrike">
              <a:solidFill>
                <a:srgbClr val="000000"/>
              </a:solidFill>
              <a:effectLst/>
              <a:uFillTx/>
              <a:latin typeface="Arial"/>
            </a:endParaRPr>
          </a:p>
        </p:txBody>
      </p:sp>
      <p:sp>
        <p:nvSpPr>
          <p:cNvPr id="185" name="文字方塊 7"/>
          <p:cNvSpPr txBox="1"/>
          <p:nvPr/>
        </p:nvSpPr>
        <p:spPr>
          <a:xfrm>
            <a:off x="1722960" y="5380920"/>
            <a:ext cx="6095880" cy="369360"/>
          </a:xfrm>
          <a:prstGeom prst="rect">
            <a:avLst/>
          </a:prstGeom>
          <a:noFill/>
          <a:ln w="0">
            <a:noFill/>
          </a:ln>
        </p:spPr>
        <p:txBody>
          <a:bodyPr anchor="t">
            <a:spAutoFit/>
          </a:bodyPr>
          <a:p>
            <a:pPr>
              <a:lnSpc>
                <a:spcPct val="100000"/>
              </a:lnSpc>
            </a:pPr>
            <a:r>
              <a:rPr lang="zh-TW" sz="1800" b="1" u="none" strike="noStrike">
                <a:solidFill>
                  <a:srgbClr val="7F7F7F"/>
                </a:solidFill>
                <a:effectLst/>
                <a:uFillTx/>
                <a:latin typeface="微軟正黑體"/>
                <a:ea typeface="微軟正黑體"/>
              </a:rPr>
              <a:t>（請說明通路之管道、地點、合作等）</a:t>
            </a:r>
            <a:endParaRPr lang="en-US" sz="1800" b="0" u="none" strike="noStrike">
              <a:solidFill>
                <a:srgbClr val="000000"/>
              </a:solidFill>
              <a:effectLst/>
              <a:uFillTx/>
              <a:latin typeface="Arial"/>
            </a:endParaRPr>
          </a:p>
        </p:txBody>
      </p:sp>
      <p:sp>
        <p:nvSpPr>
          <p:cNvPr id="186" name="文字方塊 9"/>
          <p:cNvSpPr txBox="1"/>
          <p:nvPr/>
        </p:nvSpPr>
        <p:spPr>
          <a:xfrm>
            <a:off x="1721160" y="3578400"/>
            <a:ext cx="6095880" cy="600120"/>
          </a:xfrm>
          <a:prstGeom prst="rect">
            <a:avLst/>
          </a:prstGeom>
          <a:noFill/>
          <a:ln w="0">
            <a:noFill/>
          </a:ln>
        </p:spPr>
        <p:txBody>
          <a:bodyPr anchor="t">
            <a:spAutoFit/>
          </a:bodyPr>
          <a:p>
            <a:pPr>
              <a:lnSpc>
                <a:spcPct val="100000"/>
              </a:lnSpc>
            </a:pPr>
            <a:r>
              <a:rPr lang="zh-TW" sz="1800" b="1" u="none" strike="noStrike">
                <a:solidFill>
                  <a:srgbClr val="7F7F7F"/>
                </a:solidFill>
                <a:effectLst/>
                <a:uFillTx/>
                <a:latin typeface="微軟正黑體"/>
                <a:ea typeface="微軟正黑體"/>
              </a:rPr>
              <a:t>（請說明推廣方式如廣告、促銷、公關等）</a:t>
            </a:r>
            <a:endParaRPr lang="en-US" sz="1800" b="0" u="none" strike="noStrike">
              <a:solidFill>
                <a:srgbClr val="000000"/>
              </a:solidFill>
              <a:effectLst/>
              <a:uFillTx/>
              <a:latin typeface="Arial"/>
            </a:endParaRPr>
          </a:p>
          <a:p>
            <a:pPr>
              <a:lnSpc>
                <a:spcPts val="1800"/>
              </a:lnSpc>
            </a:pPr>
            <a:r>
              <a:rPr lang="en-US" sz="1800" b="0" u="none" strike="noStrike">
                <a:solidFill>
                  <a:srgbClr val="FF0000"/>
                </a:solidFill>
                <a:effectLst/>
                <a:uFillTx/>
                <a:latin typeface="微軟正黑體"/>
                <a:ea typeface="微軟正黑體"/>
              </a:rPr>
              <a:t> </a:t>
            </a:r>
            <a:endParaRPr lang="en-US" sz="18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7" name="投影片編號版面配置區 6"/>
          <p:cNvSpPr txBox="1"/>
          <p:nvPr/>
        </p:nvSpPr>
        <p:spPr>
          <a:xfrm>
            <a:off x="9448920" y="6500160"/>
            <a:ext cx="2743200" cy="365040"/>
          </a:xfrm>
          <a:prstGeom prst="rect">
            <a:avLst/>
          </a:prstGeom>
          <a:noFill/>
          <a:ln w="0">
            <a:noFill/>
          </a:ln>
        </p:spPr>
        <p:txBody>
          <a:bodyPr anchor="t">
            <a:noAutofit/>
          </a:bodyPr>
          <a:p>
            <a:pPr algn="r">
              <a:lnSpc>
                <a:spcPct val="100000"/>
              </a:lnSpc>
            </a:pPr>
            <a:fld id="{5FD06B93-A1E3-4FEA-966C-80293F016A1E}" type="slidenum">
              <a:rPr lang="en-US" sz="1000" b="0" u="none" strike="noStrike">
                <a:solidFill>
                  <a:srgbClr val="000000"/>
                </a:solidFill>
                <a:effectLst/>
                <a:uFillTx/>
                <a:latin typeface="微軟正黑體"/>
                <a:ea typeface="微軟正黑體"/>
              </a:rPr>
              <a:t>&lt;編號&gt;</a:t>
            </a:fld>
            <a:endParaRPr lang="en-US" sz="1000" b="0" u="none" strike="noStrike">
              <a:solidFill>
                <a:srgbClr val="000000"/>
              </a:solidFill>
              <a:effectLst/>
              <a:uFillTx/>
              <a:latin typeface="Arial"/>
            </a:endParaRPr>
          </a:p>
        </p:txBody>
      </p:sp>
      <p:sp>
        <p:nvSpPr>
          <p:cNvPr id="188" name="標題 1"/>
          <p:cNvSpPr txBox="1"/>
          <p:nvPr/>
        </p:nvSpPr>
        <p:spPr>
          <a:xfrm>
            <a:off x="1981080" y="136440"/>
            <a:ext cx="8229600" cy="921960"/>
          </a:xfrm>
          <a:prstGeom prst="rect">
            <a:avLst/>
          </a:prstGeom>
          <a:noFill/>
          <a:ln w="0">
            <a:noFill/>
          </a:ln>
        </p:spPr>
        <p:txBody>
          <a:bodyPr anchor="ctr" anchorCtr="1">
            <a:normAutofit/>
          </a:bodyPr>
          <a:p>
            <a:pPr algn="ctr">
              <a:lnSpc>
                <a:spcPct val="100000"/>
              </a:lnSpc>
            </a:pPr>
            <a:r>
              <a:rPr lang="zh-TW" sz="3600" b="1" u="none" strike="noStrike">
                <a:solidFill>
                  <a:srgbClr val="C00000"/>
                </a:solidFill>
                <a:effectLst/>
                <a:uFillTx/>
                <a:latin typeface="微軟正黑體"/>
                <a:ea typeface="微軟正黑體"/>
              </a:rPr>
              <a:t>十、獲利模式</a:t>
            </a:r>
            <a:endParaRPr lang="en-US" sz="3600" b="0" u="none" strike="noStrike">
              <a:solidFill>
                <a:srgbClr val="000000"/>
              </a:solidFill>
              <a:effectLst/>
              <a:uFillTx/>
              <a:latin typeface="Arial"/>
            </a:endParaRPr>
          </a:p>
        </p:txBody>
      </p:sp>
      <p:sp>
        <p:nvSpPr>
          <p:cNvPr id="189" name="文字方塊 4"/>
          <p:cNvSpPr txBox="1"/>
          <p:nvPr/>
        </p:nvSpPr>
        <p:spPr>
          <a:xfrm>
            <a:off x="555480" y="1276920"/>
            <a:ext cx="9492480" cy="549000"/>
          </a:xfrm>
          <a:prstGeom prst="rect">
            <a:avLst/>
          </a:prstGeom>
          <a:noFill/>
          <a:ln w="0">
            <a:noFill/>
          </a:ln>
        </p:spPr>
        <p:txBody>
          <a:bodyPr anchor="t">
            <a:spAutoFit/>
          </a:bodyPr>
          <a:p>
            <a:pPr algn="just">
              <a:lnSpc>
                <a:spcPts val="1800"/>
              </a:lnSpc>
            </a:pPr>
            <a:r>
              <a:rPr lang="zh-TW" sz="1800" b="1" u="none" strike="noStrike">
                <a:solidFill>
                  <a:srgbClr val="7F7F7F"/>
                </a:solidFill>
                <a:effectLst/>
                <a:uFillTx/>
                <a:latin typeface="微軟正黑體"/>
                <a:ea typeface="微軟正黑體"/>
              </a:rPr>
              <a:t>（請說明服務計價模式，如訂閱制</a:t>
            </a:r>
            <a:r>
              <a:rPr lang="en-US" sz="1800" b="1" u="none" strike="noStrike">
                <a:solidFill>
                  <a:srgbClr val="7F7F7F"/>
                </a:solidFill>
                <a:effectLst/>
                <a:uFillTx/>
                <a:latin typeface="微軟正黑體"/>
                <a:ea typeface="微軟正黑體"/>
              </a:rPr>
              <a:t>/</a:t>
            </a:r>
            <a:r>
              <a:rPr lang="zh-TW" sz="1800" b="1" u="none" strike="noStrike">
                <a:solidFill>
                  <a:srgbClr val="7F7F7F"/>
                </a:solidFill>
                <a:effectLst/>
                <a:uFillTx/>
                <a:latin typeface="微軟正黑體"/>
                <a:ea typeface="微軟正黑體"/>
              </a:rPr>
              <a:t>用量計價、月費</a:t>
            </a:r>
            <a:r>
              <a:rPr lang="en-US" sz="1800" b="1" u="none" strike="noStrike">
                <a:solidFill>
                  <a:srgbClr val="7F7F7F"/>
                </a:solidFill>
                <a:effectLst/>
                <a:uFillTx/>
                <a:latin typeface="微軟正黑體"/>
                <a:ea typeface="微軟正黑體"/>
              </a:rPr>
              <a:t>/</a:t>
            </a:r>
            <a:r>
              <a:rPr lang="zh-TW" sz="1800" b="1" u="none" strike="noStrike">
                <a:solidFill>
                  <a:srgbClr val="7F7F7F"/>
                </a:solidFill>
                <a:effectLst/>
                <a:uFillTx/>
                <a:latin typeface="微軟正黑體"/>
                <a:ea typeface="微軟正黑體"/>
              </a:rPr>
              <a:t>年費、依模組組合方式等計價方式等）</a:t>
            </a:r>
            <a:endParaRPr lang="en-US" sz="18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0" name="PlaceHolder 1"/>
          <p:cNvSpPr>
            <a:spLocks noGrp="1"/>
          </p:cNvSpPr>
          <p:nvPr>
            <p:ph type="title"/>
          </p:nvPr>
        </p:nvSpPr>
        <p:spPr>
          <a:xfrm>
            <a:off x="501120" y="678600"/>
            <a:ext cx="8229600" cy="720000"/>
          </a:xfrm>
          <a:prstGeom prst="rect">
            <a:avLst/>
          </a:prstGeom>
          <a:noFill/>
          <a:ln w="19080">
            <a:noFill/>
          </a:ln>
        </p:spPr>
        <p:txBody>
          <a:bodyPr lIns="91440" tIns="45720" rIns="91440" bIns="45720" anchor="ctr">
            <a:noAutofit/>
          </a:bodyPr>
          <a:p>
            <a:pPr indent="0" algn="l">
              <a:lnSpc>
                <a:spcPct val="90000"/>
              </a:lnSpc>
              <a:buNone/>
            </a:pPr>
            <a:r>
              <a:rPr lang="en-US" sz="3200" b="1" u="none" strike="noStrike">
                <a:solidFill>
                  <a:srgbClr val="000000"/>
                </a:solidFill>
                <a:effectLst/>
                <a:uFillTx/>
                <a:latin typeface="微軟正黑體"/>
                <a:ea typeface="微軟正黑體"/>
              </a:rPr>
              <a:t>(</a:t>
            </a:r>
            <a:r>
              <a:rPr lang="zh-TW" sz="3200" b="1" u="none" strike="noStrike">
                <a:solidFill>
                  <a:srgbClr val="000000"/>
                </a:solidFill>
                <a:effectLst/>
                <a:uFillTx/>
                <a:latin typeface="微軟正黑體"/>
                <a:ea typeface="微軟正黑體"/>
              </a:rPr>
              <a:t>一</a:t>
            </a:r>
            <a:r>
              <a:rPr lang="en-US" sz="3200" b="1" u="none" strike="noStrike">
                <a:solidFill>
                  <a:srgbClr val="000000"/>
                </a:solidFill>
                <a:effectLst/>
                <a:uFillTx/>
                <a:latin typeface="微軟正黑體"/>
                <a:ea typeface="微軟正黑體"/>
              </a:rPr>
              <a:t>)</a:t>
            </a:r>
            <a:r>
              <a:rPr lang="zh-TW" sz="3200" b="1" u="none" strike="noStrike">
                <a:solidFill>
                  <a:srgbClr val="000000"/>
                </a:solidFill>
                <a:effectLst/>
                <a:uFillTx/>
                <a:latin typeface="微軟正黑體"/>
                <a:ea typeface="微軟正黑體"/>
              </a:rPr>
              <a:t>量化效益</a:t>
            </a:r>
            <a:endParaRPr lang="en-US" sz="3200" b="0" u="none" strike="noStrike">
              <a:solidFill>
                <a:srgbClr val="000000"/>
              </a:solidFill>
              <a:effectLst/>
              <a:uFillTx/>
              <a:latin typeface="Arial"/>
            </a:endParaRPr>
          </a:p>
        </p:txBody>
      </p:sp>
      <p:sp>
        <p:nvSpPr>
          <p:cNvPr id="191" name="投影片編號版面配置區 6"/>
          <p:cNvSpPr txBox="1"/>
          <p:nvPr/>
        </p:nvSpPr>
        <p:spPr>
          <a:xfrm>
            <a:off x="9448920" y="6500160"/>
            <a:ext cx="2743200" cy="365040"/>
          </a:xfrm>
          <a:prstGeom prst="rect">
            <a:avLst/>
          </a:prstGeom>
          <a:noFill/>
          <a:ln w="0">
            <a:noFill/>
          </a:ln>
        </p:spPr>
        <p:txBody>
          <a:bodyPr anchor="t">
            <a:noAutofit/>
          </a:bodyPr>
          <a:p>
            <a:pPr algn="r">
              <a:lnSpc>
                <a:spcPct val="100000"/>
              </a:lnSpc>
            </a:pPr>
            <a:fld id="{4BD29FD9-9787-4FDC-964F-2432C4A7A479}" type="slidenum">
              <a:rPr lang="en-US" sz="1000" b="0" u="none" strike="noStrike">
                <a:solidFill>
                  <a:srgbClr val="000000"/>
                </a:solidFill>
                <a:effectLst/>
                <a:uFillTx/>
                <a:latin typeface="微軟正黑體"/>
                <a:ea typeface="微軟正黑體"/>
              </a:rPr>
              <a:t>&lt;編號&gt;</a:t>
            </a:fld>
            <a:endParaRPr lang="en-US" sz="1000" b="0" u="none" strike="noStrike">
              <a:solidFill>
                <a:srgbClr val="000000"/>
              </a:solidFill>
              <a:effectLst/>
              <a:uFillTx/>
              <a:latin typeface="Arial"/>
            </a:endParaRPr>
          </a:p>
        </p:txBody>
      </p:sp>
      <p:sp>
        <p:nvSpPr>
          <p:cNvPr id="192" name="標題 1"/>
          <p:cNvSpPr txBox="1"/>
          <p:nvPr/>
        </p:nvSpPr>
        <p:spPr>
          <a:xfrm>
            <a:off x="1981080" y="116640"/>
            <a:ext cx="8229600" cy="921960"/>
          </a:xfrm>
          <a:prstGeom prst="rect">
            <a:avLst/>
          </a:prstGeom>
          <a:noFill/>
          <a:ln w="0">
            <a:noFill/>
          </a:ln>
        </p:spPr>
        <p:txBody>
          <a:bodyPr anchor="ctr" anchorCtr="1">
            <a:normAutofit/>
          </a:bodyPr>
          <a:p>
            <a:pPr algn="ctr">
              <a:lnSpc>
                <a:spcPct val="100000"/>
              </a:lnSpc>
            </a:pPr>
            <a:r>
              <a:rPr lang="zh-TW" sz="3600" b="1" u="none" strike="noStrike">
                <a:solidFill>
                  <a:srgbClr val="C00000"/>
                </a:solidFill>
                <a:effectLst/>
                <a:uFillTx/>
                <a:latin typeface="微軟正黑體"/>
                <a:ea typeface="微軟正黑體"/>
              </a:rPr>
              <a:t>十一</a:t>
            </a:r>
            <a:r>
              <a:rPr lang="zh-TW" sz="3600" b="1" u="none" strike="noStrike">
                <a:solidFill>
                  <a:srgbClr val="C00000"/>
                </a:solidFill>
                <a:effectLst/>
                <a:uFillTx/>
                <a:latin typeface="微軟正黑體"/>
                <a:ea typeface="微軟正黑體"/>
              </a:rPr>
              <a:t>、預期效益說明</a:t>
            </a:r>
            <a:endParaRPr lang="en-US" sz="3600" b="0" u="none" strike="noStrike">
              <a:solidFill>
                <a:srgbClr val="000000"/>
              </a:solidFill>
              <a:effectLst/>
              <a:uFillTx/>
              <a:latin typeface="Arial"/>
            </a:endParaRPr>
          </a:p>
        </p:txBody>
      </p:sp>
      <p:sp>
        <p:nvSpPr>
          <p:cNvPr id="193" name="Rectangle 1"/>
          <p:cNvSpPr/>
          <p:nvPr/>
        </p:nvSpPr>
        <p:spPr>
          <a:xfrm>
            <a:off x="1608120" y="1726560"/>
            <a:ext cx="184680" cy="369360"/>
          </a:xfrm>
          <a:custGeom>
            <a:avLst/>
            <a:gdLst/>
            <a:ahLst/>
            <a:rect l="l" t="t" r="r" b="b"/>
            <a:pathLst>
              <a:path w="21600" h="21600">
                <a:moveTo>
                  <a:pt x="0" y="0"/>
                </a:moveTo>
                <a:lnTo>
                  <a:pt x="21600" y="0"/>
                </a:lnTo>
                <a:lnTo>
                  <a:pt x="21600" y="21600"/>
                </a:lnTo>
                <a:lnTo>
                  <a:pt x="0" y="21600"/>
                </a:lnTo>
                <a:close/>
              </a:path>
            </a:pathLst>
          </a:custGeom>
          <a:noFill/>
          <a:ln w="0">
            <a:noFill/>
          </a:ln>
        </p:spPr>
        <p:style>
          <a:lnRef idx="0"/>
          <a:fillRef idx="0"/>
          <a:effectRef idx="0"/>
          <a:fontRef idx="minor"/>
        </p:style>
        <p:txBody>
          <a:bodyPr wrap="none" anchor="ctr">
            <a:spAutoFit/>
          </a:bodyPr>
          <a:p>
            <a:endParaRPr lang="en-US" sz="1800" b="0" u="none" strike="noStrike">
              <a:solidFill>
                <a:srgbClr val="000000"/>
              </a:solidFill>
              <a:effectLst/>
              <a:uFillTx/>
              <a:latin typeface="Arial"/>
            </a:endParaRPr>
          </a:p>
        </p:txBody>
      </p:sp>
      <p:graphicFrame>
        <p:nvGraphicFramePr>
          <p:cNvPr id="194" name="表格 6"/>
          <p:cNvGraphicFramePr/>
          <p:nvPr/>
        </p:nvGraphicFramePr>
        <p:xfrm>
          <a:off x="501120" y="1226160"/>
          <a:ext cx="11276280" cy="5601960"/>
        </p:xfrm>
        <a:graphic>
          <a:graphicData uri="http://schemas.openxmlformats.org/drawingml/2006/table">
            <a:tbl>
              <a:tblPr/>
              <a:tblGrid>
                <a:gridCol w="450360"/>
                <a:gridCol w="920880"/>
                <a:gridCol w="4245480"/>
                <a:gridCol w="1166040"/>
                <a:gridCol w="1497600"/>
                <a:gridCol w="1497600"/>
                <a:gridCol w="1498320"/>
              </a:tblGrid>
              <a:tr h="228960">
                <a:tc gridSpan="2" rowSpan="2">
                  <a:txBody>
                    <a:bodyPr lIns="11160" tIns="0" rIns="11160" bIns="0" anchor="ctr">
                      <a:noAutofit/>
                    </a:bodyPr>
                    <a:p>
                      <a:pPr marL="216000" indent="-216000" algn="ctr">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計畫效益</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hMerge="1" rowSpan="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rowSpan="2">
                  <a:txBody>
                    <a:bodyPr lIns="11160" tIns="0" rIns="11160" bIns="0" anchor="ctr">
                      <a:noAutofit/>
                    </a:bodyPr>
                    <a:p>
                      <a:pPr marL="216000" indent="-216000" algn="ctr">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項　　目</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rowSpan="2">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N</a:t>
                      </a:r>
                      <a:endParaRPr lang="en-US" sz="1200" b="0" u="none" strike="noStrike">
                        <a:solidFill>
                          <a:srgbClr val="000000"/>
                        </a:solidFill>
                        <a:effectLst/>
                        <a:uFillTx/>
                        <a:latin typeface="+mn-lt"/>
                      </a:endParaRPr>
                    </a:p>
                    <a:p>
                      <a:pPr marL="216000" indent="-216000" algn="ctr">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結案當年</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gridSpan="3">
                  <a:txBody>
                    <a:bodyPr lIns="11160" tIns="0" rIns="11160" bIns="0" anchor="ctr">
                      <a:noAutofit/>
                    </a:bodyPr>
                    <a:p>
                      <a:pPr marL="216000" indent="-216000" algn="ctr">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結案後</a:t>
                      </a:r>
                      <a:r>
                        <a:rPr lang="en-US" sz="1200" b="0" u="none" strike="noStrike">
                          <a:solidFill>
                            <a:srgbClr val="000000"/>
                          </a:solidFill>
                          <a:effectLst/>
                          <a:uFillTx/>
                          <a:latin typeface="微軟正黑體"/>
                          <a:ea typeface="微軟正黑體"/>
                        </a:rPr>
                        <a:t>3</a:t>
                      </a:r>
                      <a:r>
                        <a:rPr lang="zh-TW" sz="1200" b="0" u="none" strike="noStrike">
                          <a:solidFill>
                            <a:srgbClr val="000000"/>
                          </a:solidFill>
                          <a:effectLst/>
                          <a:uFillTx/>
                          <a:latin typeface="微軟正黑體"/>
                          <a:ea typeface="微軟正黑體"/>
                        </a:rPr>
                        <a:t>年</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h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h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r>
              <a:tr h="457560">
                <a:tc vMerge="1" gridSpan="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vMerge="1" h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N+1</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N+2</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N+3</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r>
              <a:tr h="228960">
                <a:tc rowSpan="23">
                  <a:txBody>
                    <a:bodyPr lIns="0" tIns="11160" rIns="0" bIns="11160" anchor="t" anchorCtr="1" vert="eaVert">
                      <a:noAutofit/>
                    </a:bodyPr>
                    <a:p>
                      <a:pPr marL="216000" indent="-216000" algn="ctr">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量化效益</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rowSpan="8">
                  <a:txBody>
                    <a:bodyPr lIns="11160" tIns="0" rIns="11160" bIns="0" anchor="ctr">
                      <a:noAutofit/>
                    </a:bodyPr>
                    <a:p>
                      <a:pPr marL="216000" indent="-216000" algn="ctr">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經</a:t>
                      </a:r>
                      <a:endParaRPr lang="en-US" sz="1200" b="0" u="none" strike="noStrike">
                        <a:solidFill>
                          <a:srgbClr val="000000"/>
                        </a:solidFill>
                        <a:effectLst/>
                        <a:uFillTx/>
                        <a:latin typeface="+mn-lt"/>
                      </a:endParaRPr>
                    </a:p>
                    <a:p>
                      <a:pPr marL="216000" indent="-216000" algn="ctr">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濟</a:t>
                      </a:r>
                      <a:endParaRPr lang="en-US" sz="1200" b="0" u="none" strike="noStrike">
                        <a:solidFill>
                          <a:srgbClr val="000000"/>
                        </a:solidFill>
                        <a:effectLst/>
                        <a:uFillTx/>
                        <a:latin typeface="+mn-lt"/>
                      </a:endParaRPr>
                    </a:p>
                    <a:p>
                      <a:pPr marL="216000" indent="-216000" algn="ctr">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效</a:t>
                      </a:r>
                      <a:endParaRPr lang="en-US" sz="1200" b="0" u="none" strike="noStrike">
                        <a:solidFill>
                          <a:srgbClr val="000000"/>
                        </a:solidFill>
                        <a:effectLst/>
                        <a:uFillTx/>
                        <a:latin typeface="+mn-lt"/>
                      </a:endParaRPr>
                    </a:p>
                    <a:p>
                      <a:pPr marL="216000" indent="-216000" algn="ctr">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益</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增加產值（千元）</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r>
              <a:tr h="228960">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a:txBody>
                    <a:bodyPr lIns="11160" tIns="0" rIns="11160" bIns="0" anchor="ctr">
                      <a:noAutofit/>
                    </a:bodyPr>
                    <a:p>
                      <a:pPr marL="216000" indent="-216000">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降低成本（千元）</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r>
              <a:tr h="228960">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a:txBody>
                    <a:bodyPr lIns="11160" tIns="0" rIns="11160" bIns="0" anchor="ctr">
                      <a:noAutofit/>
                    </a:bodyPr>
                    <a:p>
                      <a:pPr marL="216000" indent="-216000">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計畫成果銷售量（件）</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r>
              <a:tr h="228960">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a:txBody>
                    <a:bodyPr lIns="11160" tIns="0" rIns="11160" bIns="0" anchor="ctr">
                      <a:noAutofit/>
                    </a:bodyPr>
                    <a:p>
                      <a:pPr marL="216000" indent="-216000">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計畫成果銷售額（千元）</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r>
              <a:tr h="228960">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a:txBody>
                    <a:bodyPr lIns="11160" tIns="0" rIns="11160" bIns="0" anchor="ctr">
                      <a:noAutofit/>
                    </a:bodyPr>
                    <a:p>
                      <a:pPr marL="216000" indent="-216000">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計畫衍生投資額（千元）</a:t>
                      </a:r>
                      <a:r>
                        <a:rPr lang="zh-TW" sz="1200" b="0" u="none" strike="noStrike">
                          <a:solidFill>
                            <a:srgbClr val="FF0000"/>
                          </a:solidFill>
                          <a:effectLst/>
                          <a:highlight>
                            <a:srgbClr val="FFFF00"/>
                          </a:highlight>
                          <a:uFillTx/>
                          <a:latin typeface="微軟正黑體"/>
                          <a:ea typeface="微軟正黑體"/>
                        </a:rPr>
                        <a:t>必填</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r>
              <a:tr h="405720">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a:txBody>
                    <a:bodyPr lIns="17640" tIns="0" rIns="17640" bIns="0" anchor="ctr">
                      <a:noAutofit/>
                    </a:bodyPr>
                    <a:p>
                      <a:pPr marL="216000" indent="-216000">
                        <a:lnSpc>
                          <a:spcPts val="1701"/>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帶動客戶家數</a:t>
                      </a:r>
                      <a:r>
                        <a:rPr lang="en-US" sz="1200" b="0" u="none" strike="noStrike">
                          <a:solidFill>
                            <a:srgbClr val="000000"/>
                          </a:solidFill>
                          <a:effectLst/>
                          <a:uFillTx/>
                          <a:latin typeface="微軟正黑體"/>
                          <a:ea typeface="微軟正黑體"/>
                        </a:rPr>
                        <a:t>  </a:t>
                      </a:r>
                      <a:r>
                        <a:rPr lang="zh-TW" sz="1200" b="0" u="none" strike="noStrike">
                          <a:solidFill>
                            <a:srgbClr val="FF0000"/>
                          </a:solidFill>
                          <a:effectLst/>
                          <a:highlight>
                            <a:srgbClr val="FFFF00"/>
                          </a:highlight>
                          <a:uFillTx/>
                          <a:latin typeface="微軟正黑體"/>
                          <a:ea typeface="微軟正黑體"/>
                        </a:rPr>
                        <a:t>必填</a:t>
                      </a:r>
                      <a:endParaRPr lang="en-US" sz="1200" b="0" u="none" strike="noStrike">
                        <a:solidFill>
                          <a:srgbClr val="000000"/>
                        </a:solidFill>
                        <a:effectLst/>
                        <a:uFillTx/>
                        <a:latin typeface="+mn-lt"/>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endParaRPr lang="en-US" sz="24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endParaRPr lang="en-US" sz="24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endParaRPr lang="en-US" sz="24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endParaRPr lang="en-US" sz="24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r>
              <a:tr h="405720">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a:txBody>
                    <a:bodyPr lIns="17640" tIns="0" rIns="17640" bIns="0" anchor="ctr">
                      <a:noAutofit/>
                    </a:bodyPr>
                    <a:p>
                      <a:pPr marL="216000" indent="-216000">
                        <a:lnSpc>
                          <a:spcPts val="1701"/>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提升客戶營收（千元）</a:t>
                      </a:r>
                      <a:endParaRPr lang="en-US" sz="1200" b="0" u="none" strike="noStrike">
                        <a:solidFill>
                          <a:srgbClr val="000000"/>
                        </a:solidFill>
                        <a:effectLst/>
                        <a:uFillTx/>
                        <a:latin typeface="+mn-lt"/>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endParaRPr lang="en-US" sz="24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endParaRPr lang="en-US" sz="24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endParaRPr lang="en-US" sz="24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endParaRPr lang="en-US" sz="24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r>
              <a:tr h="405720">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a:txBody>
                    <a:bodyPr lIns="17640" tIns="0" rIns="17640" bIns="0" anchor="ctr">
                      <a:noAutofit/>
                    </a:bodyPr>
                    <a:p>
                      <a:pPr marL="216000" indent="-216000">
                        <a:lnSpc>
                          <a:spcPts val="1701"/>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降低客戶成本（千元）</a:t>
                      </a:r>
                      <a:endParaRPr lang="en-US" sz="1200" b="0" u="none" strike="noStrike">
                        <a:solidFill>
                          <a:srgbClr val="000000"/>
                        </a:solidFill>
                        <a:effectLst/>
                        <a:uFillTx/>
                        <a:latin typeface="+mn-lt"/>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endParaRPr lang="en-US" sz="24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endParaRPr lang="en-US" sz="24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endParaRPr lang="en-US" sz="24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endParaRPr lang="en-US" sz="24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r>
              <a:tr h="228960">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rowSpan="2">
                  <a:txBody>
                    <a:bodyPr lIns="11160" tIns="0" rIns="11160" bIns="0" anchor="ctr">
                      <a:noAutofit/>
                    </a:bodyPr>
                    <a:p>
                      <a:pPr marL="216000" indent="-216000" algn="ctr">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技術創新</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專利申請（件）</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r>
              <a:tr h="228960">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a:txBody>
                    <a:bodyPr lIns="11160" tIns="0" rIns="11160" bIns="0" anchor="ctr">
                      <a:noAutofit/>
                    </a:bodyPr>
                    <a:p>
                      <a:pPr marL="216000" indent="-216000">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專利核准（件）</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r>
              <a:tr h="457560">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rowSpan="6">
                  <a:txBody>
                    <a:bodyPr lIns="11160" tIns="0" rIns="11160" bIns="0" anchor="ctr">
                      <a:noAutofit/>
                    </a:bodyPr>
                    <a:p>
                      <a:pPr marL="216000" indent="-216000" algn="ctr">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創</a:t>
                      </a:r>
                      <a:endParaRPr lang="en-US" sz="1200" b="0" u="none" strike="noStrike">
                        <a:solidFill>
                          <a:srgbClr val="000000"/>
                        </a:solidFill>
                        <a:effectLst/>
                        <a:uFillTx/>
                        <a:latin typeface="+mn-lt"/>
                      </a:endParaRPr>
                    </a:p>
                    <a:p>
                      <a:pPr marL="216000" indent="-216000" algn="ctr">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新</a:t>
                      </a:r>
                      <a:endParaRPr lang="en-US" sz="1200" b="0" u="none" strike="noStrike">
                        <a:solidFill>
                          <a:srgbClr val="000000"/>
                        </a:solidFill>
                        <a:effectLst/>
                        <a:uFillTx/>
                        <a:latin typeface="+mn-lt"/>
                      </a:endParaRPr>
                    </a:p>
                    <a:p>
                      <a:pPr marL="216000" indent="-216000" algn="ctr">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效</a:t>
                      </a:r>
                      <a:endParaRPr lang="en-US" sz="1200" b="0" u="none" strike="noStrike">
                        <a:solidFill>
                          <a:srgbClr val="000000"/>
                        </a:solidFill>
                        <a:effectLst/>
                        <a:uFillTx/>
                        <a:latin typeface="+mn-lt"/>
                      </a:endParaRPr>
                    </a:p>
                    <a:p>
                      <a:pPr marL="216000" indent="-216000" algn="ctr">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益</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計畫產出項目數（如：技術</a:t>
                      </a:r>
                      <a:r>
                        <a:rPr lang="en-US" sz="1200" b="0" u="none" strike="noStrike">
                          <a:solidFill>
                            <a:srgbClr val="000000"/>
                          </a:solidFill>
                          <a:effectLst/>
                          <a:uFillTx/>
                          <a:latin typeface="微軟正黑體"/>
                          <a:ea typeface="微軟正黑體"/>
                        </a:rPr>
                        <a:t>/</a:t>
                      </a:r>
                      <a:r>
                        <a:rPr lang="zh-TW" sz="1200" b="0" u="none" strike="noStrike">
                          <a:solidFill>
                            <a:srgbClr val="000000"/>
                          </a:solidFill>
                          <a:effectLst/>
                          <a:uFillTx/>
                          <a:latin typeface="微軟正黑體"/>
                          <a:ea typeface="微軟正黑體"/>
                        </a:rPr>
                        <a:t>產品</a:t>
                      </a:r>
                      <a:r>
                        <a:rPr lang="en-US" sz="1200" b="0" u="none" strike="noStrike">
                          <a:solidFill>
                            <a:srgbClr val="000000"/>
                          </a:solidFill>
                          <a:effectLst/>
                          <a:uFillTx/>
                          <a:latin typeface="微軟正黑體"/>
                          <a:ea typeface="微軟正黑體"/>
                        </a:rPr>
                        <a:t>/</a:t>
                      </a:r>
                      <a:r>
                        <a:rPr lang="zh-TW" sz="1200" b="0" u="none" strike="noStrike">
                          <a:solidFill>
                            <a:srgbClr val="000000"/>
                          </a:solidFill>
                          <a:effectLst/>
                          <a:uFillTx/>
                          <a:latin typeface="微軟正黑體"/>
                          <a:ea typeface="微軟正黑體"/>
                        </a:rPr>
                        <a:t>服務</a:t>
                      </a:r>
                      <a:r>
                        <a:rPr lang="en-US" sz="1200" b="0" u="none" strike="noStrike">
                          <a:solidFill>
                            <a:srgbClr val="000000"/>
                          </a:solidFill>
                          <a:effectLst/>
                          <a:uFillTx/>
                          <a:latin typeface="微軟正黑體"/>
                          <a:ea typeface="微軟正黑體"/>
                        </a:rPr>
                        <a:t>/</a:t>
                      </a:r>
                      <a:r>
                        <a:rPr lang="zh-TW" sz="1200" b="0" u="none" strike="noStrike">
                          <a:solidFill>
                            <a:srgbClr val="000000"/>
                          </a:solidFill>
                          <a:effectLst/>
                          <a:uFillTx/>
                          <a:latin typeface="微軟正黑體"/>
                          <a:ea typeface="微軟正黑體"/>
                        </a:rPr>
                        <a:t>商業模式等項目數）</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r>
              <a:tr h="228960">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a:txBody>
                    <a:bodyPr lIns="11160" tIns="0" rIns="11160" bIns="0" anchor="ctr">
                      <a:noAutofit/>
                    </a:bodyPr>
                    <a:p>
                      <a:pPr marL="216000" indent="-216000">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辦理技術說明會或技術推廣活動（場次）</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r>
              <a:tr h="228960">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a:txBody>
                    <a:bodyPr lIns="11160" tIns="0" rIns="11160" bIns="0" anchor="ctr">
                      <a:noAutofit/>
                    </a:bodyPr>
                    <a:p>
                      <a:pPr marL="216000" indent="-216000">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發表於國內外技術研討會、說明會等（場次）</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r>
              <a:tr h="686160">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a:txBody>
                    <a:bodyPr lIns="11160" tIns="0" rIns="11160" bIns="0" anchor="ctr">
                      <a:noAutofit/>
                    </a:bodyPr>
                    <a:p>
                      <a:pPr marL="72360">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研究產出</a:t>
                      </a:r>
                      <a:endParaRPr lang="en-US" sz="1200" b="0" u="none" strike="noStrike">
                        <a:solidFill>
                          <a:srgbClr val="000000"/>
                        </a:solidFill>
                        <a:effectLst/>
                        <a:uFillTx/>
                        <a:latin typeface="+mn-lt"/>
                      </a:endParaRPr>
                    </a:p>
                    <a:p>
                      <a:pPr marL="216000" indent="-216000">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（如：數位技術</a:t>
                      </a:r>
                      <a:r>
                        <a:rPr lang="en-US" sz="1200" b="0" u="none" strike="noStrike">
                          <a:solidFill>
                            <a:srgbClr val="000000"/>
                          </a:solidFill>
                          <a:effectLst/>
                          <a:uFillTx/>
                          <a:latin typeface="微軟正黑體"/>
                          <a:ea typeface="微軟正黑體"/>
                        </a:rPr>
                        <a:t>/</a:t>
                      </a:r>
                      <a:r>
                        <a:rPr lang="zh-TW" sz="1200" b="0" u="none" strike="noStrike">
                          <a:solidFill>
                            <a:srgbClr val="000000"/>
                          </a:solidFill>
                          <a:effectLst/>
                          <a:uFillTx/>
                          <a:latin typeface="微軟正黑體"/>
                          <a:ea typeface="微軟正黑體"/>
                        </a:rPr>
                        <a:t>軟體開發</a:t>
                      </a:r>
                      <a:r>
                        <a:rPr lang="en-US" sz="1200" b="0" u="none" strike="noStrike">
                          <a:solidFill>
                            <a:srgbClr val="000000"/>
                          </a:solidFill>
                          <a:effectLst/>
                          <a:uFillTx/>
                          <a:latin typeface="微軟正黑體"/>
                          <a:ea typeface="微軟正黑體"/>
                        </a:rPr>
                        <a:t>/</a:t>
                      </a:r>
                      <a:r>
                        <a:rPr lang="zh-TW" sz="1200" b="0" u="none" strike="noStrike">
                          <a:solidFill>
                            <a:srgbClr val="000000"/>
                          </a:solidFill>
                          <a:effectLst/>
                          <a:uFillTx/>
                          <a:latin typeface="微軟正黑體"/>
                          <a:ea typeface="微軟正黑體"/>
                        </a:rPr>
                        <a:t>產業應用等研究報告件</a:t>
                      </a:r>
                      <a:r>
                        <a:rPr lang="en-US" sz="1200" b="0" u="none" strike="noStrike">
                          <a:solidFill>
                            <a:srgbClr val="000000"/>
                          </a:solidFill>
                          <a:effectLst/>
                          <a:uFillTx/>
                          <a:latin typeface="微軟正黑體"/>
                          <a:ea typeface="微軟正黑體"/>
                        </a:rPr>
                        <a:t>/</a:t>
                      </a:r>
                      <a:r>
                        <a:rPr lang="zh-TW" sz="1200" b="0" u="none" strike="noStrike">
                          <a:solidFill>
                            <a:srgbClr val="000000"/>
                          </a:solidFill>
                          <a:effectLst/>
                          <a:uFillTx/>
                          <a:latin typeface="微軟正黑體"/>
                          <a:ea typeface="微軟正黑體"/>
                        </a:rPr>
                        <a:t>篇數）</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r>
              <a:tr h="405720">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a:txBody>
                    <a:bodyPr lIns="11160" tIns="0" rIns="11160" bIns="0" anchor="ctr">
                      <a:noAutofit/>
                    </a:bodyPr>
                    <a:p>
                      <a:pPr marL="216000" indent="-216000">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成果使用者數（人次）</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endParaRPr lang="en-US" sz="24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endParaRPr lang="en-US" sz="24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endParaRPr lang="en-US" sz="24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endParaRPr lang="en-US" sz="24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r>
              <a:tr h="228960">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a:txBody>
                    <a:bodyPr lIns="11160" tIns="0" rIns="11160" bIns="0" anchor="ctr">
                      <a:noAutofit/>
                    </a:bodyPr>
                    <a:p>
                      <a:pPr marL="216000" indent="-216000">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企業客戶數（家數）</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r>
              <a:tr h="228960">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rowSpan="5">
                  <a:txBody>
                    <a:bodyPr lIns="11160" tIns="0" rIns="11160" bIns="0" anchor="ctr">
                      <a:noAutofit/>
                    </a:bodyPr>
                    <a:p>
                      <a:pPr marL="216000" indent="-216000" algn="ctr">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社</a:t>
                      </a:r>
                      <a:endParaRPr lang="en-US" sz="1200" b="0" u="none" strike="noStrike">
                        <a:solidFill>
                          <a:srgbClr val="000000"/>
                        </a:solidFill>
                        <a:effectLst/>
                        <a:uFillTx/>
                        <a:latin typeface="+mn-lt"/>
                      </a:endParaRPr>
                    </a:p>
                    <a:p>
                      <a:pPr marL="216000" indent="-216000" algn="ctr">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會</a:t>
                      </a:r>
                      <a:endParaRPr lang="en-US" sz="1200" b="0" u="none" strike="noStrike">
                        <a:solidFill>
                          <a:srgbClr val="000000"/>
                        </a:solidFill>
                        <a:effectLst/>
                        <a:uFillTx/>
                        <a:latin typeface="+mn-lt"/>
                      </a:endParaRPr>
                    </a:p>
                    <a:p>
                      <a:pPr marL="216000" indent="-216000" algn="ctr">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效</a:t>
                      </a:r>
                      <a:endParaRPr lang="en-US" sz="1200" b="0" u="none" strike="noStrike">
                        <a:solidFill>
                          <a:srgbClr val="000000"/>
                        </a:solidFill>
                        <a:effectLst/>
                        <a:uFillTx/>
                        <a:latin typeface="+mn-lt"/>
                      </a:endParaRPr>
                    </a:p>
                    <a:p>
                      <a:pPr marL="216000" indent="-216000" algn="ctr">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益</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增加就業（人數）</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r>
              <a:tr h="228960">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a:txBody>
                    <a:bodyPr lIns="11160" tIns="0" rIns="11160" bIns="0" anchor="ctr">
                      <a:noAutofit/>
                    </a:bodyPr>
                    <a:p>
                      <a:pPr marL="216000" indent="-216000">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研發人才培育（人數）</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r>
              <a:tr h="228960">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a:txBody>
                    <a:bodyPr lIns="11160" tIns="0" rIns="11160" bIns="0" anchor="ctr">
                      <a:noAutofit/>
                    </a:bodyPr>
                    <a:p>
                      <a:pPr marL="216000" indent="-216000">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科技知識普及新聞刊登或媒體曝光宣傳數（次）</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r>
              <a:tr h="228960">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a:txBody>
                    <a:bodyPr lIns="11160" tIns="0" rIns="11160" bIns="0" anchor="ctr">
                      <a:noAutofit/>
                    </a:bodyPr>
                    <a:p>
                      <a:pPr marL="216000" indent="-216000">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開放資料</a:t>
                      </a:r>
                      <a:r>
                        <a:rPr lang="en-US" sz="1200" b="0" u="none" strike="noStrike">
                          <a:solidFill>
                            <a:srgbClr val="000000"/>
                          </a:solidFill>
                          <a:effectLst/>
                          <a:uFillTx/>
                          <a:latin typeface="微軟正黑體"/>
                          <a:ea typeface="微軟正黑體"/>
                        </a:rPr>
                        <a:t>____</a:t>
                      </a:r>
                      <a:r>
                        <a:rPr lang="zh-TW" sz="1200" b="0" u="none" strike="noStrike">
                          <a:solidFill>
                            <a:srgbClr val="000000"/>
                          </a:solidFill>
                          <a:effectLst/>
                          <a:uFillTx/>
                          <a:latin typeface="微軟正黑體"/>
                          <a:ea typeface="微軟正黑體"/>
                        </a:rPr>
                        <a:t>（項），累計</a:t>
                      </a:r>
                      <a:r>
                        <a:rPr lang="en-US" sz="1200" b="0" u="none" strike="noStrike">
                          <a:solidFill>
                            <a:srgbClr val="000000"/>
                          </a:solidFill>
                          <a:effectLst/>
                          <a:uFillTx/>
                          <a:latin typeface="微軟正黑體"/>
                          <a:ea typeface="微軟正黑體"/>
                        </a:rPr>
                        <a:t>____</a:t>
                      </a:r>
                      <a:r>
                        <a:rPr lang="zh-TW" sz="1200" b="0" u="none" strike="noStrike">
                          <a:solidFill>
                            <a:srgbClr val="000000"/>
                          </a:solidFill>
                          <a:effectLst/>
                          <a:uFillTx/>
                          <a:latin typeface="微軟正黑體"/>
                          <a:ea typeface="微軟正黑體"/>
                        </a:rPr>
                        <a:t>使用人次</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r>
              <a:tr h="457560">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a:txBody>
                    <a:bodyPr lIns="11160" tIns="0" rIns="11160" bIns="0" anchor="ctr">
                      <a:noAutofit/>
                    </a:bodyPr>
                    <a:p>
                      <a:pPr marL="216000" indent="-216000">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提供共用服務或應用服務項目</a:t>
                      </a:r>
                      <a:r>
                        <a:rPr lang="en-US" sz="1200" b="0" u="none" strike="noStrike">
                          <a:solidFill>
                            <a:srgbClr val="000000"/>
                          </a:solidFill>
                          <a:effectLst/>
                          <a:uFillTx/>
                          <a:latin typeface="微軟正黑體"/>
                          <a:ea typeface="微軟正黑體"/>
                        </a:rPr>
                        <a:t>___</a:t>
                      </a:r>
                      <a:r>
                        <a:rPr lang="zh-TW" sz="1200" b="0" u="none" strike="noStrike">
                          <a:solidFill>
                            <a:srgbClr val="000000"/>
                          </a:solidFill>
                          <a:effectLst/>
                          <a:uFillTx/>
                          <a:latin typeface="微軟正黑體"/>
                          <a:ea typeface="微軟正黑體"/>
                        </a:rPr>
                        <a:t>（項），累計</a:t>
                      </a:r>
                      <a:r>
                        <a:rPr lang="en-US" sz="1200" b="0" u="none" strike="noStrike">
                          <a:solidFill>
                            <a:srgbClr val="000000"/>
                          </a:solidFill>
                          <a:effectLst/>
                          <a:uFillTx/>
                          <a:latin typeface="微軟正黑體"/>
                          <a:ea typeface="微軟正黑體"/>
                        </a:rPr>
                        <a:t>___</a:t>
                      </a:r>
                      <a:r>
                        <a:rPr lang="zh-TW" sz="1200" b="0" u="none" strike="noStrike">
                          <a:solidFill>
                            <a:srgbClr val="000000"/>
                          </a:solidFill>
                          <a:effectLst/>
                          <a:uFillTx/>
                          <a:latin typeface="微軟正黑體"/>
                          <a:ea typeface="微軟正黑體"/>
                        </a:rPr>
                        <a:t>使用人次</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r>
              <a:tr h="228960">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rowSpan="2">
                  <a:txBody>
                    <a:bodyPr lIns="11160" tIns="0" rIns="11160" bIns="0" anchor="ctr">
                      <a:noAutofit/>
                    </a:bodyPr>
                    <a:p>
                      <a:pPr marL="216000" indent="-216000" algn="ctr">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學術成就</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學術活動（場）</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r>
              <a:tr h="228960">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vMerge="1">
                  <a:txBody>
                    <a:bodyPr lIns="0" tIns="0" rIns="0" bIns="0" anchor="t">
                      <a:noAutofit/>
                    </a:bodyPr>
                    <a:p>
                      <a:endParaRPr lang="en-US" sz="2400" b="0" u="none" strike="noStrike">
                        <a:solidFill>
                          <a:srgbClr val="000000"/>
                        </a:solidFill>
                        <a:effectLst/>
                        <a:uFillTx/>
                        <a:latin typeface="+mn-lt"/>
                      </a:endParaRPr>
                    </a:p>
                  </a:txBody>
                  <a:tcPr anchor="t" marL="0" marR="0" marT="0" marB="0">
                    <a:lnL>
                      <a:noFill/>
                    </a:lnL>
                    <a:lnR>
                      <a:noFill/>
                    </a:lnR>
                    <a:lnT>
                      <a:noFill/>
                    </a:lnT>
                    <a:lnB>
                      <a:noFill/>
                    </a:lnB>
                    <a:solidFill>
                      <a:srgbClr val="156082"/>
                    </a:solidFill>
                  </a:tcPr>
                </a:tc>
                <a:tc>
                  <a:txBody>
                    <a:bodyPr lIns="11160" tIns="0" rIns="11160" bIns="0" anchor="ctr">
                      <a:noAutofit/>
                    </a:bodyPr>
                    <a:p>
                      <a:pPr marL="216000" indent="-216000">
                        <a:lnSpc>
                          <a:spcPts val="1800"/>
                        </a:lnSpc>
                        <a:buClr>
                          <a:srgbClr val="000000"/>
                        </a:buClr>
                        <a:buSzPct val="45000"/>
                        <a:buFont typeface="Wingdings" charset="2"/>
                        <a:buChar char=""/>
                      </a:pPr>
                      <a:r>
                        <a:rPr lang="zh-TW" sz="1200" b="0" u="none" strike="noStrike">
                          <a:solidFill>
                            <a:srgbClr val="000000"/>
                          </a:solidFill>
                          <a:effectLst/>
                          <a:uFillTx/>
                          <a:latin typeface="微軟正黑體"/>
                          <a:ea typeface="微軟正黑體"/>
                        </a:rPr>
                        <a:t>學術發表（篇）</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c>
                  <a:txBody>
                    <a:bodyPr lIns="11160" tIns="0" rIns="11160" bIns="0" anchor="ctr">
                      <a:noAutofit/>
                    </a:bodyPr>
                    <a:p>
                      <a:pPr marL="216000" indent="-216000" algn="ctr">
                        <a:lnSpc>
                          <a:spcPts val="1800"/>
                        </a:lnSpc>
                        <a:buClr>
                          <a:srgbClr val="000000"/>
                        </a:buClr>
                        <a:buSzPct val="45000"/>
                        <a:buFont typeface="Wingdings" charset="2"/>
                        <a:buChar char=""/>
                      </a:pPr>
                      <a:r>
                        <a:rPr lang="en-US" sz="1200" b="0" u="none" strike="noStrike">
                          <a:solidFill>
                            <a:srgbClr val="000000"/>
                          </a:solidFill>
                          <a:effectLst/>
                          <a:uFillTx/>
                          <a:latin typeface="微軟正黑體"/>
                          <a:ea typeface="微軟正黑體"/>
                        </a:rPr>
                        <a:t> </a:t>
                      </a:r>
                      <a:endParaRPr lang="en-US" sz="1200" b="0" u="none" strike="noStrike">
                        <a:solidFill>
                          <a:srgbClr val="000000"/>
                        </a:solidFill>
                        <a:effectLst/>
                        <a:uFillTx/>
                        <a:latin typeface="+mn-lt"/>
                      </a:endParaRPr>
                    </a:p>
                  </a:txBody>
                  <a:tcPr anchor="ctr" marL="11160" marR="1116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156082"/>
                    </a:solidFill>
                  </a:tcPr>
                </a:tc>
              </a:tr>
            </a:tbl>
          </a:graphicData>
        </a:graphic>
      </p:graphicFrame>
      <p:sp>
        <p:nvSpPr>
          <p:cNvPr id="195" name="矩形 6"/>
          <p:cNvSpPr/>
          <p:nvPr/>
        </p:nvSpPr>
        <p:spPr>
          <a:xfrm>
            <a:off x="1876320" y="2914560"/>
            <a:ext cx="1523880" cy="369360"/>
          </a:xfrm>
          <a:custGeom>
            <a:avLst/>
            <a:gdLst/>
            <a:ahLst/>
            <a:rect l="l" t="t" r="r" b="b"/>
            <a:pathLst>
              <a:path w="21600" h="21600">
                <a:moveTo>
                  <a:pt x="0" y="0"/>
                </a:moveTo>
                <a:lnTo>
                  <a:pt x="21600" y="0"/>
                </a:lnTo>
                <a:lnTo>
                  <a:pt x="21600" y="21600"/>
                </a:lnTo>
                <a:lnTo>
                  <a:pt x="0" y="21600"/>
                </a:lnTo>
                <a:close/>
              </a:path>
            </a:pathLst>
          </a:custGeom>
          <a:noFill/>
          <a:ln w="19080">
            <a:solidFill>
              <a:srgbClr val="FF0000"/>
            </a:solidFill>
            <a:miter/>
          </a:ln>
        </p:spPr>
        <p:style>
          <a:lnRef idx="0"/>
          <a:fillRef idx="0"/>
          <a:effectRef idx="0"/>
          <a:fontRef idx="minor"/>
        </p:style>
        <p:txBody>
          <a:bodyPr anchor="ctr" anchorCtr="1">
            <a:noAutofit/>
          </a:bodyPr>
          <a:p>
            <a:endParaRPr lang="en-US" sz="1800" b="0" u="none" strike="noStrike">
              <a:solidFill>
                <a:srgbClr val="000000"/>
              </a:solidFill>
              <a:effectLst/>
              <a:uFillTx/>
              <a:latin typeface="Arial"/>
            </a:endParaRPr>
          </a:p>
        </p:txBody>
      </p:sp>
      <p:sp>
        <p:nvSpPr>
          <p:cNvPr id="196" name="文字方塊 7"/>
          <p:cNvSpPr txBox="1"/>
          <p:nvPr/>
        </p:nvSpPr>
        <p:spPr>
          <a:xfrm>
            <a:off x="3509640" y="2960640"/>
            <a:ext cx="1386360" cy="276840"/>
          </a:xfrm>
          <a:prstGeom prst="rect">
            <a:avLst/>
          </a:prstGeom>
          <a:solidFill>
            <a:srgbClr val="FFFF00"/>
          </a:solidFill>
          <a:ln w="0">
            <a:noFill/>
          </a:ln>
        </p:spPr>
        <p:txBody>
          <a:bodyPr anchor="t">
            <a:spAutoFit/>
          </a:bodyPr>
          <a:p>
            <a:pPr>
              <a:lnSpc>
                <a:spcPct val="100000"/>
              </a:lnSpc>
            </a:pPr>
            <a:r>
              <a:rPr lang="zh-TW" sz="1200" b="0" u="none" strike="noStrike">
                <a:solidFill>
                  <a:srgbClr val="FF0000"/>
                </a:solidFill>
                <a:effectLst/>
                <a:uFillTx/>
                <a:latin typeface="微軟正黑體"/>
                <a:ea typeface="微軟正黑體"/>
              </a:rPr>
              <a:t>必填，擇一填寫</a:t>
            </a:r>
            <a:endParaRPr lang="en-US" sz="1200" b="0" u="none" strike="noStrike">
              <a:solidFill>
                <a:srgbClr val="000000"/>
              </a:solidFill>
              <a:effectLst/>
              <a:uFillTx/>
              <a:latin typeface="Arial"/>
            </a:endParaRPr>
          </a:p>
        </p:txBody>
      </p:sp>
      <p:sp>
        <p:nvSpPr>
          <p:cNvPr id="197" name="文字方塊 8"/>
          <p:cNvSpPr txBox="1"/>
          <p:nvPr/>
        </p:nvSpPr>
        <p:spPr>
          <a:xfrm>
            <a:off x="3109680" y="855360"/>
            <a:ext cx="3138840" cy="276840"/>
          </a:xfrm>
          <a:prstGeom prst="rect">
            <a:avLst/>
          </a:prstGeom>
          <a:solidFill>
            <a:srgbClr val="FFFF00"/>
          </a:solidFill>
          <a:ln w="0">
            <a:noFill/>
          </a:ln>
        </p:spPr>
        <p:txBody>
          <a:bodyPr anchor="t">
            <a:spAutoFit/>
          </a:bodyPr>
          <a:p>
            <a:pPr>
              <a:lnSpc>
                <a:spcPct val="100000"/>
              </a:lnSpc>
            </a:pPr>
            <a:r>
              <a:rPr lang="zh-TW" sz="1200" b="0" u="none" strike="noStrike">
                <a:solidFill>
                  <a:srgbClr val="FF0000"/>
                </a:solidFill>
                <a:effectLst/>
                <a:uFillTx/>
                <a:latin typeface="微軟正黑體"/>
                <a:ea typeface="微軟正黑體"/>
              </a:rPr>
              <a:t>以下三項必填之量化效益需同步放入查核點</a:t>
            </a:r>
            <a:endParaRPr lang="en-US" sz="12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8" name="矩形 4"/>
          <p:cNvSpPr/>
          <p:nvPr/>
        </p:nvSpPr>
        <p:spPr>
          <a:xfrm>
            <a:off x="523080" y="746280"/>
            <a:ext cx="2790360" cy="1067400"/>
          </a:xfrm>
          <a:custGeom>
            <a:avLst/>
            <a:gdLst/>
            <a:ahLst/>
            <a:rect l="l" t="t" r="r" b="b"/>
            <a:pathLst>
              <a:path w="21600" h="21600">
                <a:moveTo>
                  <a:pt x="0" y="0"/>
                </a:moveTo>
                <a:lnTo>
                  <a:pt x="21600" y="0"/>
                </a:lnTo>
                <a:lnTo>
                  <a:pt x="21600" y="21600"/>
                </a:lnTo>
                <a:lnTo>
                  <a:pt x="0" y="21600"/>
                </a:lnTo>
                <a:close/>
              </a:path>
            </a:pathLst>
          </a:custGeom>
          <a:noFill/>
          <a:ln w="0">
            <a:noFill/>
          </a:ln>
        </p:spPr>
        <p:style>
          <a:lnRef idx="0"/>
          <a:fillRef idx="0"/>
          <a:effectRef idx="0"/>
          <a:fontRef idx="minor"/>
        </p:style>
        <p:txBody>
          <a:bodyPr anchor="t">
            <a:spAutoFit/>
          </a:bodyPr>
          <a:p>
            <a:pPr marL="990720" indent="-898560">
              <a:lnSpc>
                <a:spcPct val="100000"/>
              </a:lnSpc>
            </a:pPr>
            <a:r>
              <a:rPr lang="en-US" sz="3200" b="1" u="none" strike="noStrike">
                <a:solidFill>
                  <a:srgbClr val="000000"/>
                </a:solidFill>
                <a:effectLst/>
                <a:uFillTx/>
                <a:latin typeface="微軟正黑體"/>
                <a:ea typeface="微軟正黑體"/>
              </a:rPr>
              <a:t>(</a:t>
            </a:r>
            <a:r>
              <a:rPr lang="zh-TW" sz="3200" b="1" u="none" strike="noStrike">
                <a:solidFill>
                  <a:srgbClr val="000000"/>
                </a:solidFill>
                <a:effectLst/>
                <a:uFillTx/>
                <a:latin typeface="微軟正黑體"/>
                <a:ea typeface="微軟正黑體"/>
              </a:rPr>
              <a:t>二</a:t>
            </a:r>
            <a:r>
              <a:rPr lang="en-US" sz="3200" b="1" u="none" strike="noStrike">
                <a:solidFill>
                  <a:srgbClr val="000000"/>
                </a:solidFill>
                <a:effectLst/>
                <a:uFillTx/>
                <a:latin typeface="微軟正黑體"/>
                <a:ea typeface="微軟正黑體"/>
              </a:rPr>
              <a:t>)</a:t>
            </a:r>
            <a:r>
              <a:rPr lang="zh-TW" sz="3200" b="1" u="none" strike="noStrike">
                <a:solidFill>
                  <a:srgbClr val="000000"/>
                </a:solidFill>
                <a:effectLst/>
                <a:uFillTx/>
                <a:latin typeface="微軟正黑體"/>
                <a:ea typeface="微軟正黑體"/>
              </a:rPr>
              <a:t>質化效益</a:t>
            </a:r>
            <a:endParaRPr lang="en-US" sz="3200" b="0" u="none" strike="noStrike">
              <a:solidFill>
                <a:srgbClr val="000000"/>
              </a:solidFill>
              <a:effectLst/>
              <a:uFillTx/>
              <a:latin typeface="Arial"/>
            </a:endParaRPr>
          </a:p>
        </p:txBody>
      </p:sp>
      <p:sp>
        <p:nvSpPr>
          <p:cNvPr id="199" name="投影片編號版面配置區 6"/>
          <p:cNvSpPr txBox="1"/>
          <p:nvPr/>
        </p:nvSpPr>
        <p:spPr>
          <a:xfrm>
            <a:off x="9448920" y="6500160"/>
            <a:ext cx="2743200" cy="365040"/>
          </a:xfrm>
          <a:prstGeom prst="rect">
            <a:avLst/>
          </a:prstGeom>
          <a:noFill/>
          <a:ln w="0">
            <a:noFill/>
          </a:ln>
        </p:spPr>
        <p:txBody>
          <a:bodyPr anchor="t">
            <a:noAutofit/>
          </a:bodyPr>
          <a:p>
            <a:pPr algn="r">
              <a:lnSpc>
                <a:spcPct val="100000"/>
              </a:lnSpc>
            </a:pPr>
            <a:fld id="{3358D848-2532-4D30-B7D7-8F43C7DFCCB7}" type="slidenum">
              <a:rPr lang="en-US" sz="1000" b="0" u="none" strike="noStrike">
                <a:solidFill>
                  <a:srgbClr val="000000"/>
                </a:solidFill>
                <a:effectLst/>
                <a:uFillTx/>
                <a:latin typeface="微軟正黑體"/>
                <a:ea typeface="微軟正黑體"/>
              </a:rPr>
              <a:t>&lt;編號&gt;</a:t>
            </a:fld>
            <a:endParaRPr lang="en-US" sz="1000" b="0" u="none" strike="noStrike">
              <a:solidFill>
                <a:srgbClr val="000000"/>
              </a:solidFill>
              <a:effectLst/>
              <a:uFillTx/>
              <a:latin typeface="Arial"/>
            </a:endParaRPr>
          </a:p>
        </p:txBody>
      </p:sp>
      <p:sp>
        <p:nvSpPr>
          <p:cNvPr id="200" name="標題 1"/>
          <p:cNvSpPr txBox="1"/>
          <p:nvPr/>
        </p:nvSpPr>
        <p:spPr>
          <a:xfrm>
            <a:off x="1981080" y="116640"/>
            <a:ext cx="8229600" cy="921960"/>
          </a:xfrm>
          <a:prstGeom prst="rect">
            <a:avLst/>
          </a:prstGeom>
          <a:noFill/>
          <a:ln w="0">
            <a:noFill/>
          </a:ln>
        </p:spPr>
        <p:txBody>
          <a:bodyPr anchor="ctr" anchorCtr="1">
            <a:normAutofit/>
          </a:bodyPr>
          <a:p>
            <a:pPr algn="ctr">
              <a:lnSpc>
                <a:spcPct val="100000"/>
              </a:lnSpc>
            </a:pPr>
            <a:r>
              <a:rPr lang="zh-TW" sz="3600" b="1" u="none" strike="noStrike">
                <a:solidFill>
                  <a:srgbClr val="C00000"/>
                </a:solidFill>
                <a:effectLst/>
                <a:uFillTx/>
                <a:latin typeface="微軟正黑體"/>
                <a:ea typeface="微軟正黑體"/>
              </a:rPr>
              <a:t>十一</a:t>
            </a:r>
            <a:r>
              <a:rPr lang="zh-TW" sz="3600" b="1" u="none" strike="noStrike">
                <a:solidFill>
                  <a:srgbClr val="C00000"/>
                </a:solidFill>
                <a:effectLst/>
                <a:uFillTx/>
                <a:latin typeface="微軟正黑體"/>
                <a:ea typeface="微軟正黑體"/>
              </a:rPr>
              <a:t>、預期效益說明</a:t>
            </a:r>
            <a:endParaRPr lang="en-US" sz="3600" b="0" u="none" strike="noStrike">
              <a:solidFill>
                <a:srgbClr val="000000"/>
              </a:solidFill>
              <a:effectLst/>
              <a:uFillTx/>
              <a:latin typeface="Arial"/>
            </a:endParaRPr>
          </a:p>
        </p:txBody>
      </p:sp>
      <p:sp>
        <p:nvSpPr>
          <p:cNvPr id="201" name="Rectangle 3"/>
          <p:cNvSpPr txBox="1"/>
          <p:nvPr/>
        </p:nvSpPr>
        <p:spPr>
          <a:xfrm>
            <a:off x="523080" y="1331280"/>
            <a:ext cx="11618640" cy="1801080"/>
          </a:xfrm>
          <a:prstGeom prst="rect">
            <a:avLst/>
          </a:prstGeom>
          <a:noFill/>
          <a:ln w="0">
            <a:noFill/>
          </a:ln>
        </p:spPr>
        <p:txBody>
          <a:bodyPr lIns="36000" rIns="36000" anchor="t">
            <a:noAutofit/>
          </a:bodyPr>
          <a:p>
            <a:pPr marL="822240">
              <a:lnSpc>
                <a:spcPct val="100000"/>
              </a:lnSpc>
              <a:spcBef>
                <a:spcPts val="400"/>
              </a:spcBef>
            </a:pPr>
            <a:r>
              <a:rPr lang="en-US" sz="2000" b="1" u="none" strike="noStrike">
                <a:solidFill>
                  <a:srgbClr val="747474"/>
                </a:solidFill>
                <a:effectLst/>
                <a:uFillTx/>
                <a:latin typeface="Times New Roman"/>
                <a:ea typeface="微軟正黑體"/>
              </a:rPr>
              <a:t>1.   </a:t>
            </a:r>
            <a:r>
              <a:rPr lang="zh-TW" sz="2000" b="1" u="none" strike="noStrike">
                <a:solidFill>
                  <a:srgbClr val="747474"/>
                </a:solidFill>
                <a:effectLst/>
                <a:uFillTx/>
                <a:latin typeface="Times New Roman"/>
                <a:ea typeface="微軟正黑體"/>
              </a:rPr>
              <a:t>對國內產業發展之影響及關聯性</a:t>
            </a:r>
            <a:endParaRPr lang="en-US" sz="2000" b="0" u="none" strike="noStrike">
              <a:solidFill>
                <a:srgbClr val="000000"/>
              </a:solidFill>
              <a:effectLst/>
              <a:uFillTx/>
              <a:latin typeface="Arial"/>
            </a:endParaRPr>
          </a:p>
          <a:p>
            <a:pPr marL="822240">
              <a:lnSpc>
                <a:spcPct val="100000"/>
              </a:lnSpc>
              <a:spcBef>
                <a:spcPts val="400"/>
              </a:spcBef>
            </a:pPr>
            <a:r>
              <a:rPr lang="en-US" sz="2000" b="1" u="none" strike="noStrike">
                <a:solidFill>
                  <a:srgbClr val="747474"/>
                </a:solidFill>
                <a:effectLst/>
                <a:uFillTx/>
                <a:latin typeface="Times New Roman"/>
                <a:ea typeface="微軟正黑體"/>
              </a:rPr>
              <a:t>2.   </a:t>
            </a:r>
            <a:r>
              <a:rPr lang="zh-TW" sz="2000" b="1" u="none" strike="noStrike">
                <a:solidFill>
                  <a:srgbClr val="747474"/>
                </a:solidFill>
                <a:effectLst/>
                <a:uFillTx/>
                <a:latin typeface="Times New Roman"/>
                <a:ea typeface="微軟正黑體"/>
              </a:rPr>
              <a:t>對公司之影響</a:t>
            </a:r>
            <a:endParaRPr lang="en-US" sz="2000" b="0" u="none" strike="noStrike">
              <a:solidFill>
                <a:srgbClr val="000000"/>
              </a:solidFill>
              <a:effectLst/>
              <a:uFillTx/>
              <a:latin typeface="Arial"/>
            </a:endParaRPr>
          </a:p>
          <a:p>
            <a:pPr marL="822240">
              <a:lnSpc>
                <a:spcPct val="100000"/>
              </a:lnSpc>
              <a:spcBef>
                <a:spcPts val="400"/>
              </a:spcBef>
            </a:pPr>
            <a:r>
              <a:rPr lang="en-US" sz="2000" b="1" u="none" strike="noStrike">
                <a:solidFill>
                  <a:srgbClr val="747474"/>
                </a:solidFill>
                <a:effectLst/>
                <a:uFillTx/>
                <a:latin typeface="Times New Roman"/>
                <a:ea typeface="微軟正黑體"/>
              </a:rPr>
              <a:t>3.   </a:t>
            </a:r>
            <a:r>
              <a:rPr lang="zh-TW" sz="2000" b="1" u="none" strike="noStrike">
                <a:solidFill>
                  <a:srgbClr val="747474"/>
                </a:solidFill>
                <a:effectLst/>
                <a:uFillTx/>
                <a:latin typeface="Times New Roman"/>
                <a:ea typeface="微軟正黑體"/>
              </a:rPr>
              <a:t>促成社會國家之影響（社會國家效益）</a:t>
            </a:r>
            <a:endParaRPr lang="en-US" sz="20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2" name="投影片編號版面配置區 6"/>
          <p:cNvSpPr txBox="1"/>
          <p:nvPr/>
        </p:nvSpPr>
        <p:spPr>
          <a:xfrm>
            <a:off x="9448920" y="6500160"/>
            <a:ext cx="2743200" cy="365040"/>
          </a:xfrm>
          <a:prstGeom prst="rect">
            <a:avLst/>
          </a:prstGeom>
          <a:noFill/>
          <a:ln w="0">
            <a:noFill/>
          </a:ln>
        </p:spPr>
        <p:txBody>
          <a:bodyPr anchor="t">
            <a:noAutofit/>
          </a:bodyPr>
          <a:p>
            <a:pPr algn="r">
              <a:lnSpc>
                <a:spcPct val="100000"/>
              </a:lnSpc>
            </a:pPr>
            <a:fld id="{79A01DC6-33A5-485A-BE6B-5E5DE27073AA}" type="slidenum">
              <a:rPr lang="en-US" sz="1000" b="0" u="none" strike="noStrike">
                <a:solidFill>
                  <a:srgbClr val="000000"/>
                </a:solidFill>
                <a:effectLst/>
                <a:uFillTx/>
                <a:latin typeface="微軟正黑體"/>
                <a:ea typeface="微軟正黑體"/>
              </a:rPr>
              <a:t>&lt;編號&gt;</a:t>
            </a:fld>
            <a:endParaRPr lang="en-US" sz="1000" b="0" u="none" strike="noStrike">
              <a:solidFill>
                <a:srgbClr val="000000"/>
              </a:solidFill>
              <a:effectLst/>
              <a:uFillTx/>
              <a:latin typeface="Arial"/>
            </a:endParaRPr>
          </a:p>
        </p:txBody>
      </p:sp>
      <p:sp>
        <p:nvSpPr>
          <p:cNvPr id="203" name="標題 1"/>
          <p:cNvSpPr txBox="1"/>
          <p:nvPr/>
        </p:nvSpPr>
        <p:spPr>
          <a:xfrm>
            <a:off x="1981080" y="148680"/>
            <a:ext cx="8229600" cy="921960"/>
          </a:xfrm>
          <a:prstGeom prst="rect">
            <a:avLst/>
          </a:prstGeom>
          <a:noFill/>
          <a:ln w="0">
            <a:noFill/>
          </a:ln>
        </p:spPr>
        <p:txBody>
          <a:bodyPr anchor="ctr" anchorCtr="1">
            <a:normAutofit/>
          </a:bodyPr>
          <a:p>
            <a:pPr algn="ctr">
              <a:lnSpc>
                <a:spcPct val="100000"/>
              </a:lnSpc>
            </a:pPr>
            <a:r>
              <a:rPr lang="zh-TW" sz="3600" b="1" u="none" strike="noStrike">
                <a:solidFill>
                  <a:srgbClr val="C00000"/>
                </a:solidFill>
                <a:effectLst/>
                <a:uFillTx/>
                <a:latin typeface="微軟正黑體"/>
                <a:ea typeface="微軟正黑體"/>
              </a:rPr>
              <a:t>十二、經費編列說明</a:t>
            </a:r>
            <a:endParaRPr lang="en-US" sz="3600" b="0" u="none" strike="noStrike">
              <a:solidFill>
                <a:srgbClr val="000000"/>
              </a:solidFill>
              <a:effectLst/>
              <a:uFillTx/>
              <a:latin typeface="Arial"/>
            </a:endParaRPr>
          </a:p>
        </p:txBody>
      </p:sp>
      <p:graphicFrame>
        <p:nvGraphicFramePr>
          <p:cNvPr id="204" name="表格 5"/>
          <p:cNvGraphicFramePr/>
          <p:nvPr/>
        </p:nvGraphicFramePr>
        <p:xfrm>
          <a:off x="317880" y="1347840"/>
          <a:ext cx="11224440" cy="4663440"/>
        </p:xfrm>
        <a:graphic>
          <a:graphicData uri="http://schemas.openxmlformats.org/drawingml/2006/table">
            <a:tbl>
              <a:tblPr/>
              <a:tblGrid>
                <a:gridCol w="5364720"/>
                <a:gridCol w="1464840"/>
                <a:gridCol w="1464840"/>
                <a:gridCol w="1464840"/>
                <a:gridCol w="1465200"/>
              </a:tblGrid>
              <a:tr h="303840">
                <a:tc>
                  <a:txBody>
                    <a:bodyPr lIns="17640" tIns="0" rIns="17640" bIns="0" anchor="ctr">
                      <a:noAutofit/>
                    </a:bodyPr>
                    <a:p>
                      <a:pPr marL="216000" indent="-216000" algn="ctr">
                        <a:buClr>
                          <a:srgbClr val="000000"/>
                        </a:buClr>
                        <a:buSzPct val="45000"/>
                        <a:buFont typeface="Wingdings" charset="2"/>
                        <a:buChar char=""/>
                      </a:pPr>
                      <a:r>
                        <a:rPr lang="zh-TW" sz="1800" b="0" u="none" strike="noStrike">
                          <a:solidFill>
                            <a:srgbClr val="000000"/>
                          </a:solidFill>
                          <a:effectLst/>
                          <a:uFillTx/>
                          <a:latin typeface="微軟正黑體"/>
                          <a:ea typeface="微軟正黑體"/>
                        </a:rPr>
                        <a:t>會計科目</a:t>
                      </a:r>
                      <a:endParaRPr lang="en-US" sz="1800" b="0" u="none" strike="noStrike">
                        <a:solidFill>
                          <a:srgbClr val="000000"/>
                        </a:solidFill>
                        <a:effectLst/>
                        <a:uFillTx/>
                        <a:latin typeface="Arial"/>
                      </a:endParaRPr>
                    </a:p>
                  </a:txBody>
                  <a:tcPr anchor="ctr" marL="17640" marR="17640" marT="0" marB="0">
                    <a:lnL w="38160">
                      <a:solidFill>
                        <a:srgbClr val="000000"/>
                      </a:solidFill>
                      <a:prstDash val="solid"/>
                    </a:lnL>
                    <a:lnR w="25200">
                      <a:solidFill>
                        <a:srgbClr val="000000"/>
                      </a:solidFill>
                      <a:prstDash val="solid"/>
                    </a:lnR>
                    <a:lnT w="38160">
                      <a:solidFill>
                        <a:srgbClr val="000000"/>
                      </a:solidFill>
                      <a:prstDash val="solid"/>
                    </a:lnT>
                    <a:lnB w="38160">
                      <a:solidFill>
                        <a:srgbClr val="000000"/>
                      </a:solidFill>
                      <a:prstDash val="solid"/>
                    </a:lnB>
                    <a:solidFill>
                      <a:srgbClr val="729FCF"/>
                    </a:solidFill>
                  </a:tcPr>
                </a:tc>
                <a:tc>
                  <a:txBody>
                    <a:bodyPr lIns="17640" tIns="0" rIns="17640" bIns="0" anchor="ctr">
                      <a:noAutofit/>
                    </a:bodyPr>
                    <a:p>
                      <a:pPr marL="216000" indent="-216000" algn="ctr">
                        <a:buClr>
                          <a:srgbClr val="000000"/>
                        </a:buClr>
                        <a:buSzPct val="45000"/>
                        <a:buFont typeface="Wingdings" charset="2"/>
                        <a:buChar char=""/>
                      </a:pPr>
                      <a:r>
                        <a:rPr lang="zh-TW" sz="1800" b="0" u="none" strike="noStrike">
                          <a:solidFill>
                            <a:srgbClr val="000000"/>
                          </a:solidFill>
                          <a:effectLst/>
                          <a:uFillTx/>
                          <a:latin typeface="微軟正黑體"/>
                          <a:ea typeface="微軟正黑體"/>
                        </a:rPr>
                        <a:t>補助款</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38160">
                      <a:solidFill>
                        <a:srgbClr val="000000"/>
                      </a:solidFill>
                      <a:prstDash val="solid"/>
                    </a:lnT>
                    <a:lnB w="38160">
                      <a:solidFill>
                        <a:srgbClr val="000000"/>
                      </a:solidFill>
                      <a:prstDash val="solid"/>
                    </a:lnB>
                    <a:solidFill>
                      <a:srgbClr val="729FCF"/>
                    </a:solidFill>
                  </a:tcPr>
                </a:tc>
                <a:tc>
                  <a:txBody>
                    <a:bodyPr lIns="17640" tIns="0" rIns="17640" bIns="0" anchor="ctr">
                      <a:noAutofit/>
                    </a:bodyPr>
                    <a:p>
                      <a:pPr marL="216000" indent="-216000" algn="ctr">
                        <a:buClr>
                          <a:srgbClr val="000000"/>
                        </a:buClr>
                        <a:buSzPct val="45000"/>
                        <a:buFont typeface="Wingdings" charset="2"/>
                        <a:buChar char=""/>
                      </a:pPr>
                      <a:r>
                        <a:rPr lang="zh-TW" sz="1800" b="0" u="none" strike="noStrike">
                          <a:solidFill>
                            <a:srgbClr val="000000"/>
                          </a:solidFill>
                          <a:effectLst/>
                          <a:uFillTx/>
                          <a:latin typeface="微軟正黑體"/>
                          <a:ea typeface="微軟正黑體"/>
                        </a:rPr>
                        <a:t>自籌款</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38160">
                      <a:solidFill>
                        <a:srgbClr val="000000"/>
                      </a:solidFill>
                      <a:prstDash val="solid"/>
                    </a:lnT>
                    <a:lnB w="38160">
                      <a:solidFill>
                        <a:srgbClr val="000000"/>
                      </a:solidFill>
                      <a:prstDash val="solid"/>
                    </a:lnB>
                    <a:solidFill>
                      <a:srgbClr val="729FCF"/>
                    </a:solidFill>
                  </a:tcPr>
                </a:tc>
                <a:tc>
                  <a:txBody>
                    <a:bodyPr lIns="17640" tIns="0" rIns="17640" bIns="0" anchor="ctr">
                      <a:noAutofit/>
                    </a:bodyPr>
                    <a:p>
                      <a:pPr marL="216000" indent="-216000" algn="ctr">
                        <a:buClr>
                          <a:srgbClr val="000000"/>
                        </a:buClr>
                        <a:buSzPct val="45000"/>
                        <a:buFont typeface="Wingdings" charset="2"/>
                        <a:buChar char=""/>
                      </a:pPr>
                      <a:r>
                        <a:rPr lang="zh-TW" sz="1800" b="0" u="none" strike="noStrike">
                          <a:solidFill>
                            <a:srgbClr val="000000"/>
                          </a:solidFill>
                          <a:effectLst/>
                          <a:uFillTx/>
                          <a:latin typeface="微軟正黑體"/>
                          <a:ea typeface="微軟正黑體"/>
                        </a:rPr>
                        <a:t>合計</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38160">
                      <a:solidFill>
                        <a:srgbClr val="000000"/>
                      </a:solidFill>
                      <a:prstDash val="solid"/>
                    </a:lnT>
                    <a:lnB w="38160">
                      <a:solidFill>
                        <a:srgbClr val="000000"/>
                      </a:solidFill>
                      <a:prstDash val="solid"/>
                    </a:lnB>
                    <a:solidFill>
                      <a:srgbClr val="729FCF"/>
                    </a:solidFill>
                  </a:tcPr>
                </a:tc>
                <a:tc>
                  <a:txBody>
                    <a:bodyPr lIns="17640" tIns="0" rIns="17640" bIns="0" anchor="ctr">
                      <a:noAutofit/>
                    </a:bodyPr>
                    <a:p>
                      <a:pPr marL="216000" indent="-216000" algn="ct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 %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38160">
                      <a:solidFill>
                        <a:srgbClr val="000000"/>
                      </a:solidFill>
                      <a:prstDash val="solid"/>
                    </a:lnR>
                    <a:lnT w="38160">
                      <a:solidFill>
                        <a:srgbClr val="000000"/>
                      </a:solidFill>
                      <a:prstDash val="solid"/>
                    </a:lnT>
                    <a:lnB w="38160">
                      <a:solidFill>
                        <a:srgbClr val="000000"/>
                      </a:solidFill>
                      <a:prstDash val="solid"/>
                    </a:lnB>
                    <a:solidFill>
                      <a:srgbClr val="729FCF"/>
                    </a:solidFill>
                  </a:tcPr>
                </a:tc>
              </a:tr>
              <a:tr h="303840">
                <a:tc gridSpan="5">
                  <a:txBody>
                    <a:bodyPr lIns="17640" tIns="0" rIns="17640" bIns="0" anchor="ctr">
                      <a:noAutofit/>
                    </a:bodyPr>
                    <a:p>
                      <a:pPr marL="216000" indent="-216000">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1.</a:t>
                      </a:r>
                      <a:r>
                        <a:rPr lang="zh-TW" sz="1800" b="0" u="none" strike="noStrike">
                          <a:solidFill>
                            <a:srgbClr val="000000"/>
                          </a:solidFill>
                          <a:effectLst/>
                          <a:uFillTx/>
                          <a:latin typeface="微軟正黑體"/>
                          <a:ea typeface="微軟正黑體"/>
                        </a:rPr>
                        <a:t>創新或研究發展人員之人事費</a:t>
                      </a:r>
                      <a:endParaRPr lang="en-US" sz="1800" b="0" u="none" strike="noStrike">
                        <a:solidFill>
                          <a:srgbClr val="000000"/>
                        </a:solidFill>
                        <a:effectLst/>
                        <a:uFillTx/>
                        <a:latin typeface="Arial"/>
                      </a:endParaRPr>
                    </a:p>
                  </a:txBody>
                  <a:tcPr anchor="ctr" marL="17640" marR="17640" marT="0" marB="0">
                    <a:lnL w="38160">
                      <a:solidFill>
                        <a:srgbClr val="000000"/>
                      </a:solidFill>
                      <a:prstDash val="solid"/>
                    </a:lnL>
                    <a:lnR w="38160">
                      <a:solidFill>
                        <a:srgbClr val="000000"/>
                      </a:solidFill>
                      <a:prstDash val="solid"/>
                    </a:lnR>
                    <a:lnT w="38160">
                      <a:solidFill>
                        <a:srgbClr val="000000"/>
                      </a:solidFill>
                      <a:prstDash val="solid"/>
                    </a:lnT>
                    <a:lnB w="25200">
                      <a:solidFill>
                        <a:srgbClr val="000000"/>
                      </a:solidFill>
                      <a:prstDash val="solid"/>
                    </a:lnB>
                    <a:solidFill>
                      <a:srgbClr val="729FCF"/>
                    </a:solidFill>
                  </a:tcPr>
                </a:tc>
                <a:tc hMerge="1">
                  <a:txBody>
                    <a:bodyPr lIns="90000" tIns="45000" rIns="90000" bIns="45000" anchor="t">
                      <a:noAutofit/>
                    </a:bodyPr>
                    <a:p>
                      <a:endParaRPr lang="en-US"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hMerge="1">
                  <a:txBody>
                    <a:bodyPr lIns="90000" tIns="45000" rIns="90000" bIns="45000" anchor="t">
                      <a:noAutofit/>
                    </a:bodyPr>
                    <a:p>
                      <a:endParaRPr lang="en-US"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hMerge="1">
                  <a:txBody>
                    <a:bodyPr lIns="90000" tIns="45000" rIns="90000" bIns="45000" anchor="t">
                      <a:noAutofit/>
                    </a:bodyPr>
                    <a:p>
                      <a:endParaRPr lang="en-US"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hMerge="1">
                  <a:txBody>
                    <a:bodyPr lIns="90000" tIns="45000" rIns="90000" bIns="45000" anchor="t">
                      <a:noAutofit/>
                    </a:bodyPr>
                    <a:p>
                      <a:endParaRPr lang="en-US"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r>
              <a:tr h="303840">
                <a:tc>
                  <a:txBody>
                    <a:bodyPr lIns="17640" tIns="0" rIns="17640" bIns="0" anchor="ctr">
                      <a:noAutofit/>
                    </a:bodyPr>
                    <a:p>
                      <a:pPr marL="216000" indent="-216000">
                        <a:buClr>
                          <a:srgbClr val="000000"/>
                        </a:buClr>
                        <a:buSzPct val="45000"/>
                        <a:buFont typeface="Wingdings" charset="2"/>
                        <a:buChar char=""/>
                      </a:pPr>
                      <a:r>
                        <a:rPr lang="zh-TW" sz="1800" b="0" u="none" strike="noStrike">
                          <a:solidFill>
                            <a:srgbClr val="000000"/>
                          </a:solidFill>
                          <a:effectLst/>
                          <a:uFillTx/>
                          <a:latin typeface="微軟正黑體"/>
                          <a:ea typeface="微軟正黑體"/>
                        </a:rPr>
                        <a:t>（</a:t>
                      </a:r>
                      <a:r>
                        <a:rPr lang="en-US" sz="1800" b="0" u="none" strike="noStrike">
                          <a:solidFill>
                            <a:srgbClr val="000000"/>
                          </a:solidFill>
                          <a:effectLst/>
                          <a:uFillTx/>
                          <a:latin typeface="微軟正黑體"/>
                          <a:ea typeface="微軟正黑體"/>
                        </a:rPr>
                        <a:t>1</a:t>
                      </a:r>
                      <a:r>
                        <a:rPr lang="zh-TW" sz="1800" b="0" u="none" strike="noStrike">
                          <a:solidFill>
                            <a:srgbClr val="000000"/>
                          </a:solidFill>
                          <a:effectLst/>
                          <a:uFillTx/>
                          <a:latin typeface="微軟正黑體"/>
                          <a:ea typeface="微軟正黑體"/>
                        </a:rPr>
                        <a:t>）創新或研究發展人員</a:t>
                      </a:r>
                      <a:endParaRPr lang="en-US" sz="1800" b="0" u="none" strike="noStrike">
                        <a:solidFill>
                          <a:srgbClr val="000000"/>
                        </a:solidFill>
                        <a:effectLst/>
                        <a:uFillTx/>
                        <a:latin typeface="Arial"/>
                      </a:endParaRPr>
                    </a:p>
                  </a:txBody>
                  <a:tcPr anchor="ctr" marL="17640" marR="17640" marT="0" marB="0">
                    <a:lnL w="3816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lIns="17640" tIns="0" rIns="17640" bIns="0" anchor="t">
                      <a:noAutofit/>
                    </a:bodyPr>
                    <a:p>
                      <a:pPr marL="216000" indent="-216000" algn="ct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 % </a:t>
                      </a:r>
                      <a:endParaRPr lang="en-US" sz="1800" b="0" u="none" strike="noStrike">
                        <a:solidFill>
                          <a:srgbClr val="000000"/>
                        </a:solidFill>
                        <a:effectLst/>
                        <a:uFillTx/>
                        <a:latin typeface="Arial"/>
                      </a:endParaRPr>
                    </a:p>
                  </a:txBody>
                  <a:tcPr anchor="t" marL="17640" marR="17640" marT="0" marB="0">
                    <a:lnL w="25200">
                      <a:solidFill>
                        <a:srgbClr val="000000"/>
                      </a:solidFill>
                      <a:prstDash val="solid"/>
                    </a:lnL>
                    <a:lnR w="38160">
                      <a:solidFill>
                        <a:srgbClr val="000000"/>
                      </a:solidFill>
                      <a:prstDash val="solid"/>
                    </a:lnR>
                    <a:lnT w="25200">
                      <a:solidFill>
                        <a:srgbClr val="000000"/>
                      </a:solidFill>
                      <a:prstDash val="solid"/>
                    </a:lnT>
                    <a:lnB w="25200">
                      <a:solidFill>
                        <a:srgbClr val="000000"/>
                      </a:solidFill>
                      <a:prstDash val="solid"/>
                    </a:lnB>
                    <a:solidFill>
                      <a:srgbClr val="729FCF"/>
                    </a:solidFill>
                  </a:tcPr>
                </a:tc>
              </a:tr>
              <a:tr h="303840">
                <a:tc>
                  <a:txBody>
                    <a:bodyPr lIns="17640" tIns="0" rIns="17640" bIns="0" anchor="ctr">
                      <a:noAutofit/>
                    </a:bodyPr>
                    <a:p>
                      <a:pPr marL="216000" indent="-216000">
                        <a:buClr>
                          <a:srgbClr val="000000"/>
                        </a:buClr>
                        <a:buSzPct val="45000"/>
                        <a:buFont typeface="Wingdings" charset="2"/>
                        <a:buChar char=""/>
                      </a:pPr>
                      <a:r>
                        <a:rPr lang="zh-TW" sz="1800" b="0" u="none" strike="noStrike">
                          <a:solidFill>
                            <a:srgbClr val="000000"/>
                          </a:solidFill>
                          <a:effectLst/>
                          <a:uFillTx/>
                          <a:latin typeface="微軟正黑體"/>
                          <a:ea typeface="微軟正黑體"/>
                        </a:rPr>
                        <a:t>（</a:t>
                      </a:r>
                      <a:r>
                        <a:rPr lang="en-US" sz="1800" b="0" u="none" strike="noStrike">
                          <a:solidFill>
                            <a:srgbClr val="000000"/>
                          </a:solidFill>
                          <a:effectLst/>
                          <a:uFillTx/>
                          <a:latin typeface="微軟正黑體"/>
                          <a:ea typeface="微軟正黑體"/>
                        </a:rPr>
                        <a:t>2</a:t>
                      </a:r>
                      <a:r>
                        <a:rPr lang="zh-TW" sz="1800" b="0" u="none" strike="noStrike">
                          <a:solidFill>
                            <a:srgbClr val="000000"/>
                          </a:solidFill>
                          <a:effectLst/>
                          <a:uFillTx/>
                          <a:latin typeface="微軟正黑體"/>
                          <a:ea typeface="微軟正黑體"/>
                        </a:rPr>
                        <a:t>）顧問、專家費</a:t>
                      </a:r>
                      <a:endParaRPr lang="en-US" sz="1800" b="0" u="none" strike="noStrike">
                        <a:solidFill>
                          <a:srgbClr val="000000"/>
                        </a:solidFill>
                        <a:effectLst/>
                        <a:uFillTx/>
                        <a:latin typeface="Arial"/>
                      </a:endParaRPr>
                    </a:p>
                  </a:txBody>
                  <a:tcPr anchor="ctr" marL="17640" marR="17640" marT="0" marB="0">
                    <a:lnL w="3816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lIns="17640" tIns="0" rIns="17640" bIns="0" anchor="t">
                      <a:noAutofit/>
                    </a:bodyPr>
                    <a:p>
                      <a:pPr marL="216000" indent="-216000" algn="ct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 % </a:t>
                      </a:r>
                      <a:endParaRPr lang="en-US" sz="1800" b="0" u="none" strike="noStrike">
                        <a:solidFill>
                          <a:srgbClr val="000000"/>
                        </a:solidFill>
                        <a:effectLst/>
                        <a:uFillTx/>
                        <a:latin typeface="Arial"/>
                      </a:endParaRPr>
                    </a:p>
                  </a:txBody>
                  <a:tcPr anchor="t" marL="17640" marR="17640" marT="0" marB="0">
                    <a:lnL w="25200">
                      <a:solidFill>
                        <a:srgbClr val="000000"/>
                      </a:solidFill>
                      <a:prstDash val="solid"/>
                    </a:lnL>
                    <a:lnR w="38160">
                      <a:solidFill>
                        <a:srgbClr val="000000"/>
                      </a:solidFill>
                      <a:prstDash val="solid"/>
                    </a:lnR>
                    <a:lnT w="25200">
                      <a:solidFill>
                        <a:srgbClr val="000000"/>
                      </a:solidFill>
                      <a:prstDash val="solid"/>
                    </a:lnT>
                    <a:lnB w="25200">
                      <a:solidFill>
                        <a:srgbClr val="000000"/>
                      </a:solidFill>
                      <a:prstDash val="solid"/>
                    </a:lnB>
                    <a:solidFill>
                      <a:srgbClr val="729FCF"/>
                    </a:solidFill>
                  </a:tcPr>
                </a:tc>
              </a:tr>
              <a:tr h="303840">
                <a:tc>
                  <a:txBody>
                    <a:bodyPr lIns="17640" tIns="0" rIns="17640" bIns="0" anchor="ctr">
                      <a:noAutofit/>
                    </a:bodyPr>
                    <a:p>
                      <a:pPr marL="216000" indent="-216000">
                        <a:buClr>
                          <a:srgbClr val="000000"/>
                        </a:buClr>
                        <a:buSzPct val="45000"/>
                        <a:buFont typeface="Wingdings" charset="2"/>
                        <a:buChar char=""/>
                      </a:pPr>
                      <a:r>
                        <a:rPr lang="zh-TW" sz="1800" b="0" u="none" strike="noStrike">
                          <a:solidFill>
                            <a:srgbClr val="000000"/>
                          </a:solidFill>
                          <a:effectLst/>
                          <a:uFillTx/>
                          <a:latin typeface="微軟正黑體"/>
                          <a:ea typeface="微軟正黑體"/>
                        </a:rPr>
                        <a:t>小計</a:t>
                      </a:r>
                      <a:endParaRPr lang="en-US" sz="1800" b="0" u="none" strike="noStrike">
                        <a:solidFill>
                          <a:srgbClr val="000000"/>
                        </a:solidFill>
                        <a:effectLst/>
                        <a:uFillTx/>
                        <a:latin typeface="Arial"/>
                      </a:endParaRPr>
                    </a:p>
                  </a:txBody>
                  <a:tcPr anchor="ctr" marL="17640" marR="17640" marT="0" marB="0">
                    <a:lnL w="38160">
                      <a:solidFill>
                        <a:srgbClr val="000000"/>
                      </a:solidFill>
                      <a:prstDash val="solid"/>
                    </a:lnL>
                    <a:lnR w="25200">
                      <a:solidFill>
                        <a:srgbClr val="000000"/>
                      </a:solidFill>
                      <a:prstDash val="solid"/>
                    </a:lnR>
                    <a:lnT w="25200">
                      <a:solidFill>
                        <a:srgbClr val="000000"/>
                      </a:solidFill>
                      <a:prstDash val="solid"/>
                    </a:lnT>
                    <a:lnB w="38160">
                      <a:solidFill>
                        <a:srgbClr val="000000"/>
                      </a:solidFill>
                      <a:prstDash val="solid"/>
                    </a:lnB>
                    <a:solidFill>
                      <a:srgbClr val="CCFFF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38160">
                      <a:solidFill>
                        <a:srgbClr val="000000"/>
                      </a:solidFill>
                      <a:prstDash val="solid"/>
                    </a:lnB>
                    <a:solidFill>
                      <a:srgbClr val="CCFFF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38160">
                      <a:solidFill>
                        <a:srgbClr val="000000"/>
                      </a:solidFill>
                      <a:prstDash val="solid"/>
                    </a:lnB>
                    <a:solidFill>
                      <a:srgbClr val="CCFFF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38160">
                      <a:solidFill>
                        <a:srgbClr val="000000"/>
                      </a:solidFill>
                      <a:prstDash val="solid"/>
                    </a:lnB>
                    <a:solidFill>
                      <a:srgbClr val="CCFFFF"/>
                    </a:solidFill>
                  </a:tcPr>
                </a:tc>
                <a:tc>
                  <a:txBody>
                    <a:bodyPr lIns="17640" tIns="0" rIns="17640" bIns="0" anchor="t">
                      <a:noAutofit/>
                    </a:bodyPr>
                    <a:p>
                      <a:pPr marL="216000" indent="-216000" algn="ct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 % </a:t>
                      </a:r>
                      <a:endParaRPr lang="en-US" sz="1800" b="0" u="none" strike="noStrike">
                        <a:solidFill>
                          <a:srgbClr val="000000"/>
                        </a:solidFill>
                        <a:effectLst/>
                        <a:uFillTx/>
                        <a:latin typeface="Arial"/>
                      </a:endParaRPr>
                    </a:p>
                  </a:txBody>
                  <a:tcPr anchor="t" marL="17640" marR="17640" marT="0" marB="0">
                    <a:lnL w="25200">
                      <a:solidFill>
                        <a:srgbClr val="000000"/>
                      </a:solidFill>
                      <a:prstDash val="solid"/>
                    </a:lnL>
                    <a:lnR w="38160">
                      <a:solidFill>
                        <a:srgbClr val="000000"/>
                      </a:solidFill>
                      <a:prstDash val="solid"/>
                    </a:lnR>
                    <a:lnT w="25200">
                      <a:solidFill>
                        <a:srgbClr val="000000"/>
                      </a:solidFill>
                      <a:prstDash val="solid"/>
                    </a:lnT>
                    <a:lnB w="38160">
                      <a:solidFill>
                        <a:srgbClr val="000000"/>
                      </a:solidFill>
                      <a:prstDash val="solid"/>
                    </a:lnB>
                    <a:solidFill>
                      <a:srgbClr val="CCFFFF"/>
                    </a:solidFill>
                  </a:tcPr>
                </a:tc>
              </a:tr>
              <a:tr h="303840">
                <a:tc>
                  <a:txBody>
                    <a:bodyPr lIns="17640" tIns="0" rIns="17640" bIns="0" anchor="ctr">
                      <a:noAutofit/>
                    </a:bodyPr>
                    <a:p>
                      <a:pPr marL="216000" indent="-216000">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2.</a:t>
                      </a:r>
                      <a:r>
                        <a:rPr lang="zh-TW" sz="1800" b="0" u="none" strike="noStrike">
                          <a:solidFill>
                            <a:srgbClr val="000000"/>
                          </a:solidFill>
                          <a:effectLst/>
                          <a:uFillTx/>
                          <a:latin typeface="微軟正黑體"/>
                          <a:ea typeface="微軟正黑體"/>
                        </a:rPr>
                        <a:t>消耗性器材及原材料費</a:t>
                      </a:r>
                      <a:endParaRPr lang="en-US" sz="1800" b="0" u="none" strike="noStrike">
                        <a:solidFill>
                          <a:srgbClr val="000000"/>
                        </a:solidFill>
                        <a:effectLst/>
                        <a:uFillTx/>
                        <a:latin typeface="Arial"/>
                      </a:endParaRPr>
                    </a:p>
                  </a:txBody>
                  <a:tcPr anchor="ctr" marL="17640" marR="17640" marT="0" marB="0">
                    <a:lnL w="38160">
                      <a:solidFill>
                        <a:srgbClr val="000000"/>
                      </a:solidFill>
                      <a:prstDash val="solid"/>
                    </a:lnL>
                    <a:lnR w="25200">
                      <a:solidFill>
                        <a:srgbClr val="000000"/>
                      </a:solidFill>
                      <a:prstDash val="solid"/>
                    </a:lnR>
                    <a:lnT w="38160">
                      <a:solidFill>
                        <a:srgbClr val="000000"/>
                      </a:solidFill>
                      <a:prstDash val="solid"/>
                    </a:lnT>
                    <a:lnB w="25200">
                      <a:solidFill>
                        <a:srgbClr val="000000"/>
                      </a:solidFill>
                      <a:prstDash val="solid"/>
                    </a:lnB>
                    <a:solidFill>
                      <a:srgbClr val="729FC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38160">
                      <a:solidFill>
                        <a:srgbClr val="000000"/>
                      </a:solidFill>
                      <a:prstDash val="solid"/>
                    </a:lnT>
                    <a:lnB w="25200">
                      <a:solidFill>
                        <a:srgbClr val="000000"/>
                      </a:solidFill>
                      <a:prstDash val="solid"/>
                    </a:lnB>
                    <a:solidFill>
                      <a:srgbClr val="729FC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38160">
                      <a:solidFill>
                        <a:srgbClr val="000000"/>
                      </a:solidFill>
                      <a:prstDash val="solid"/>
                    </a:lnT>
                    <a:lnB w="25200">
                      <a:solidFill>
                        <a:srgbClr val="000000"/>
                      </a:solidFill>
                      <a:prstDash val="solid"/>
                    </a:lnB>
                    <a:solidFill>
                      <a:srgbClr val="729FC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38160">
                      <a:solidFill>
                        <a:srgbClr val="000000"/>
                      </a:solidFill>
                      <a:prstDash val="solid"/>
                    </a:lnT>
                    <a:lnB w="25200">
                      <a:solidFill>
                        <a:srgbClr val="000000"/>
                      </a:solidFill>
                      <a:prstDash val="solid"/>
                    </a:lnB>
                    <a:solidFill>
                      <a:srgbClr val="729FCF"/>
                    </a:solidFill>
                  </a:tcPr>
                </a:tc>
                <a:tc>
                  <a:txBody>
                    <a:bodyPr lIns="17640" tIns="0" rIns="17640" bIns="0" anchor="t">
                      <a:noAutofit/>
                    </a:bodyPr>
                    <a:p>
                      <a:pPr marL="216000" indent="-216000" algn="ct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 % </a:t>
                      </a:r>
                      <a:endParaRPr lang="en-US" sz="1800" b="0" u="none" strike="noStrike">
                        <a:solidFill>
                          <a:srgbClr val="000000"/>
                        </a:solidFill>
                        <a:effectLst/>
                        <a:uFillTx/>
                        <a:latin typeface="Arial"/>
                      </a:endParaRPr>
                    </a:p>
                  </a:txBody>
                  <a:tcPr anchor="t" marL="17640" marR="17640" marT="0" marB="0">
                    <a:lnL w="25200">
                      <a:solidFill>
                        <a:srgbClr val="000000"/>
                      </a:solidFill>
                      <a:prstDash val="solid"/>
                    </a:lnL>
                    <a:lnR w="38160">
                      <a:solidFill>
                        <a:srgbClr val="000000"/>
                      </a:solidFill>
                      <a:prstDash val="solid"/>
                    </a:lnR>
                    <a:lnT w="38160">
                      <a:solidFill>
                        <a:srgbClr val="000000"/>
                      </a:solidFill>
                      <a:prstDash val="solid"/>
                    </a:lnT>
                    <a:lnB w="25200">
                      <a:solidFill>
                        <a:srgbClr val="000000"/>
                      </a:solidFill>
                      <a:prstDash val="solid"/>
                    </a:lnB>
                    <a:solidFill>
                      <a:srgbClr val="729FCF"/>
                    </a:solidFill>
                  </a:tcPr>
                </a:tc>
              </a:tr>
              <a:tr h="303840">
                <a:tc>
                  <a:txBody>
                    <a:bodyPr lIns="17640" tIns="0" rIns="17640" bIns="0" anchor="ctr">
                      <a:noAutofit/>
                    </a:bodyPr>
                    <a:p>
                      <a:pPr marL="216000" indent="-216000">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3.</a:t>
                      </a:r>
                      <a:r>
                        <a:rPr lang="zh-TW" sz="1800" b="0" u="none" strike="noStrike">
                          <a:solidFill>
                            <a:srgbClr val="000000"/>
                          </a:solidFill>
                          <a:effectLst/>
                          <a:uFillTx/>
                          <a:latin typeface="微軟正黑體"/>
                          <a:ea typeface="微軟正黑體"/>
                        </a:rPr>
                        <a:t>創新或研究發展設備使用費</a:t>
                      </a:r>
                      <a:endParaRPr lang="en-US" sz="1800" b="0" u="none" strike="noStrike">
                        <a:solidFill>
                          <a:srgbClr val="000000"/>
                        </a:solidFill>
                        <a:effectLst/>
                        <a:uFillTx/>
                        <a:latin typeface="Arial"/>
                      </a:endParaRPr>
                    </a:p>
                  </a:txBody>
                  <a:tcPr anchor="ctr" marL="17640" marR="17640" marT="0" marB="0">
                    <a:lnL w="3816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lIns="17640" tIns="0" rIns="17640" bIns="0" anchor="t">
                      <a:noAutofit/>
                    </a:bodyPr>
                    <a:p>
                      <a:pPr marL="216000" indent="-216000" algn="ct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 % </a:t>
                      </a:r>
                      <a:endParaRPr lang="en-US" sz="1800" b="0" u="none" strike="noStrike">
                        <a:solidFill>
                          <a:srgbClr val="000000"/>
                        </a:solidFill>
                        <a:effectLst/>
                        <a:uFillTx/>
                        <a:latin typeface="Arial"/>
                      </a:endParaRPr>
                    </a:p>
                  </a:txBody>
                  <a:tcPr anchor="t" marL="17640" marR="17640" marT="0" marB="0">
                    <a:lnL w="25200">
                      <a:solidFill>
                        <a:srgbClr val="000000"/>
                      </a:solidFill>
                      <a:prstDash val="solid"/>
                    </a:lnL>
                    <a:lnR w="38160">
                      <a:solidFill>
                        <a:srgbClr val="000000"/>
                      </a:solidFill>
                      <a:prstDash val="solid"/>
                    </a:lnR>
                    <a:lnT w="25200">
                      <a:solidFill>
                        <a:srgbClr val="000000"/>
                      </a:solidFill>
                      <a:prstDash val="solid"/>
                    </a:lnT>
                    <a:lnB w="25200">
                      <a:solidFill>
                        <a:srgbClr val="000000"/>
                      </a:solidFill>
                      <a:prstDash val="solid"/>
                    </a:lnB>
                    <a:solidFill>
                      <a:srgbClr val="729FCF"/>
                    </a:solidFill>
                  </a:tcPr>
                </a:tc>
              </a:tr>
              <a:tr h="303840">
                <a:tc>
                  <a:txBody>
                    <a:bodyPr lIns="17640" tIns="0" rIns="17640" bIns="0" anchor="ctr">
                      <a:noAutofit/>
                    </a:bodyPr>
                    <a:p>
                      <a:pPr marL="216000" indent="-216000">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4.</a:t>
                      </a:r>
                      <a:r>
                        <a:rPr lang="zh-TW" sz="1800" b="0" u="none" strike="noStrike">
                          <a:solidFill>
                            <a:srgbClr val="000000"/>
                          </a:solidFill>
                          <a:effectLst/>
                          <a:uFillTx/>
                          <a:latin typeface="微軟正黑體"/>
                          <a:ea typeface="微軟正黑體"/>
                        </a:rPr>
                        <a:t>創新或研究發展設備維護費</a:t>
                      </a:r>
                      <a:endParaRPr lang="en-US" sz="1800" b="0" u="none" strike="noStrike">
                        <a:solidFill>
                          <a:srgbClr val="000000"/>
                        </a:solidFill>
                        <a:effectLst/>
                        <a:uFillTx/>
                        <a:latin typeface="Arial"/>
                      </a:endParaRPr>
                    </a:p>
                  </a:txBody>
                  <a:tcPr anchor="ctr" marL="17640" marR="17640" marT="0" marB="0">
                    <a:lnL w="38160">
                      <a:solidFill>
                        <a:srgbClr val="000000"/>
                      </a:solidFill>
                      <a:prstDash val="solid"/>
                    </a:lnL>
                    <a:lnR w="25200">
                      <a:solidFill>
                        <a:srgbClr val="000000"/>
                      </a:solidFill>
                      <a:prstDash val="solid"/>
                    </a:lnR>
                    <a:lnT w="25200">
                      <a:solidFill>
                        <a:srgbClr val="000000"/>
                      </a:solidFill>
                      <a:prstDash val="solid"/>
                    </a:lnT>
                    <a:lnB w="38160">
                      <a:solidFill>
                        <a:srgbClr val="000000"/>
                      </a:solidFill>
                      <a:prstDash val="solid"/>
                    </a:lnB>
                    <a:solidFill>
                      <a:srgbClr val="729FC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38160">
                      <a:solidFill>
                        <a:srgbClr val="000000"/>
                      </a:solidFill>
                      <a:prstDash val="solid"/>
                    </a:lnB>
                    <a:solidFill>
                      <a:srgbClr val="729FC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38160">
                      <a:solidFill>
                        <a:srgbClr val="000000"/>
                      </a:solidFill>
                      <a:prstDash val="solid"/>
                    </a:lnB>
                    <a:solidFill>
                      <a:srgbClr val="729FC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38160">
                      <a:solidFill>
                        <a:srgbClr val="000000"/>
                      </a:solidFill>
                      <a:prstDash val="solid"/>
                    </a:lnB>
                    <a:solidFill>
                      <a:srgbClr val="729FCF"/>
                    </a:solidFill>
                  </a:tcPr>
                </a:tc>
                <a:tc>
                  <a:txBody>
                    <a:bodyPr lIns="17640" tIns="0" rIns="17640" bIns="0" anchor="t">
                      <a:noAutofit/>
                    </a:bodyPr>
                    <a:p>
                      <a:pPr marL="216000" indent="-216000" algn="ct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 % </a:t>
                      </a:r>
                      <a:endParaRPr lang="en-US" sz="1800" b="0" u="none" strike="noStrike">
                        <a:solidFill>
                          <a:srgbClr val="000000"/>
                        </a:solidFill>
                        <a:effectLst/>
                        <a:uFillTx/>
                        <a:latin typeface="Arial"/>
                      </a:endParaRPr>
                    </a:p>
                  </a:txBody>
                  <a:tcPr anchor="t" marL="17640" marR="17640" marT="0" marB="0">
                    <a:lnL w="25200">
                      <a:solidFill>
                        <a:srgbClr val="000000"/>
                      </a:solidFill>
                      <a:prstDash val="solid"/>
                    </a:lnL>
                    <a:lnR w="38160">
                      <a:solidFill>
                        <a:srgbClr val="000000"/>
                      </a:solidFill>
                      <a:prstDash val="solid"/>
                    </a:lnR>
                    <a:lnT w="25200">
                      <a:solidFill>
                        <a:srgbClr val="000000"/>
                      </a:solidFill>
                      <a:prstDash val="solid"/>
                    </a:lnT>
                    <a:lnB w="38160">
                      <a:solidFill>
                        <a:srgbClr val="000000"/>
                      </a:solidFill>
                      <a:prstDash val="solid"/>
                    </a:lnB>
                    <a:solidFill>
                      <a:srgbClr val="729FCF"/>
                    </a:solidFill>
                  </a:tcPr>
                </a:tc>
              </a:tr>
              <a:tr h="303840">
                <a:tc gridSpan="5">
                  <a:txBody>
                    <a:bodyPr lIns="17640" tIns="0" rIns="17640" bIns="0" anchor="ctr">
                      <a:noAutofit/>
                    </a:bodyPr>
                    <a:p>
                      <a:pPr marL="216000" indent="-216000">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5.</a:t>
                      </a:r>
                      <a:r>
                        <a:rPr lang="zh-TW" sz="1800" b="0" u="none" strike="noStrike">
                          <a:solidFill>
                            <a:srgbClr val="000000"/>
                          </a:solidFill>
                          <a:effectLst/>
                          <a:uFillTx/>
                          <a:latin typeface="微軟正黑體"/>
                          <a:ea typeface="微軟正黑體"/>
                        </a:rPr>
                        <a:t>無形資產之引進、委託研究或驗證費</a:t>
                      </a:r>
                      <a:endParaRPr lang="en-US" sz="1800" b="0" u="none" strike="noStrike">
                        <a:solidFill>
                          <a:srgbClr val="000000"/>
                        </a:solidFill>
                        <a:effectLst/>
                        <a:uFillTx/>
                        <a:latin typeface="Arial"/>
                      </a:endParaRPr>
                    </a:p>
                  </a:txBody>
                  <a:tcPr anchor="ctr" marL="17640" marR="17640" marT="0" marB="0">
                    <a:lnL w="38160">
                      <a:solidFill>
                        <a:srgbClr val="000000"/>
                      </a:solidFill>
                      <a:prstDash val="solid"/>
                    </a:lnL>
                    <a:lnR w="38160">
                      <a:solidFill>
                        <a:srgbClr val="000000"/>
                      </a:solidFill>
                      <a:prstDash val="solid"/>
                    </a:lnR>
                    <a:lnT w="38160">
                      <a:solidFill>
                        <a:srgbClr val="000000"/>
                      </a:solidFill>
                      <a:prstDash val="solid"/>
                    </a:lnT>
                    <a:lnB w="25200">
                      <a:solidFill>
                        <a:srgbClr val="000000"/>
                      </a:solidFill>
                      <a:prstDash val="solid"/>
                    </a:lnB>
                    <a:solidFill>
                      <a:srgbClr val="729FCF"/>
                    </a:solidFill>
                  </a:tcPr>
                </a:tc>
                <a:tc hMerge="1">
                  <a:txBody>
                    <a:bodyPr lIns="90000" tIns="45000" rIns="90000" bIns="45000" anchor="t">
                      <a:noAutofit/>
                    </a:bodyPr>
                    <a:p>
                      <a:endParaRPr lang="en-US"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hMerge="1">
                  <a:txBody>
                    <a:bodyPr lIns="90000" tIns="45000" rIns="90000" bIns="45000" anchor="t">
                      <a:noAutofit/>
                    </a:bodyPr>
                    <a:p>
                      <a:endParaRPr lang="en-US"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hMerge="1">
                  <a:txBody>
                    <a:bodyPr lIns="90000" tIns="45000" rIns="90000" bIns="45000" anchor="t">
                      <a:noAutofit/>
                    </a:bodyPr>
                    <a:p>
                      <a:endParaRPr lang="en-US"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hMerge="1">
                  <a:txBody>
                    <a:bodyPr lIns="90000" tIns="45000" rIns="90000" bIns="45000" anchor="t">
                      <a:noAutofit/>
                    </a:bodyPr>
                    <a:p>
                      <a:endParaRPr lang="en-US"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r>
              <a:tr h="303840">
                <a:tc>
                  <a:txBody>
                    <a:bodyPr lIns="17640" tIns="0" rIns="17640" bIns="0" anchor="ctr">
                      <a:noAutofit/>
                    </a:bodyPr>
                    <a:p>
                      <a:pPr marL="216000" indent="-216000">
                        <a:buClr>
                          <a:srgbClr val="000000"/>
                        </a:buClr>
                        <a:buSzPct val="45000"/>
                        <a:buFont typeface="Wingdings" charset="2"/>
                        <a:buChar char=""/>
                      </a:pPr>
                      <a:r>
                        <a:rPr lang="zh-TW" sz="1800" b="0" u="none" strike="noStrike">
                          <a:solidFill>
                            <a:srgbClr val="000000"/>
                          </a:solidFill>
                          <a:effectLst/>
                          <a:uFillTx/>
                          <a:latin typeface="微軟正黑體"/>
                          <a:ea typeface="微軟正黑體"/>
                        </a:rPr>
                        <a:t>（</a:t>
                      </a:r>
                      <a:r>
                        <a:rPr lang="en-US" sz="1800" b="0" u="none" strike="noStrike">
                          <a:solidFill>
                            <a:srgbClr val="000000"/>
                          </a:solidFill>
                          <a:effectLst/>
                          <a:uFillTx/>
                          <a:latin typeface="微軟正黑體"/>
                          <a:ea typeface="微軟正黑體"/>
                        </a:rPr>
                        <a:t>1</a:t>
                      </a:r>
                      <a:r>
                        <a:rPr lang="zh-TW" sz="1800" b="0" u="none" strike="noStrike">
                          <a:solidFill>
                            <a:srgbClr val="000000"/>
                          </a:solidFill>
                          <a:effectLst/>
                          <a:uFillTx/>
                          <a:latin typeface="微軟正黑體"/>
                          <a:ea typeface="微軟正黑體"/>
                        </a:rPr>
                        <a:t>）無形資產引進費</a:t>
                      </a:r>
                      <a:endParaRPr lang="en-US" sz="1800" b="0" u="none" strike="noStrike">
                        <a:solidFill>
                          <a:srgbClr val="000000"/>
                        </a:solidFill>
                        <a:effectLst/>
                        <a:uFillTx/>
                        <a:latin typeface="Arial"/>
                      </a:endParaRPr>
                    </a:p>
                  </a:txBody>
                  <a:tcPr anchor="ctr" marL="17640" marR="17640" marT="0" marB="0">
                    <a:lnL w="3816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lIns="17640" tIns="0" rIns="17640" bIns="0" anchor="t">
                      <a:noAutofit/>
                    </a:bodyPr>
                    <a:p>
                      <a:pPr marL="216000" indent="-216000" algn="ct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 % </a:t>
                      </a:r>
                      <a:endParaRPr lang="en-US" sz="1800" b="0" u="none" strike="noStrike">
                        <a:solidFill>
                          <a:srgbClr val="000000"/>
                        </a:solidFill>
                        <a:effectLst/>
                        <a:uFillTx/>
                        <a:latin typeface="Arial"/>
                      </a:endParaRPr>
                    </a:p>
                  </a:txBody>
                  <a:tcPr anchor="t" marL="17640" marR="17640" marT="0" marB="0">
                    <a:lnL w="25200">
                      <a:solidFill>
                        <a:srgbClr val="000000"/>
                      </a:solidFill>
                      <a:prstDash val="solid"/>
                    </a:lnL>
                    <a:lnR w="38160">
                      <a:solidFill>
                        <a:srgbClr val="000000"/>
                      </a:solidFill>
                      <a:prstDash val="solid"/>
                    </a:lnR>
                    <a:lnT w="25200">
                      <a:solidFill>
                        <a:srgbClr val="000000"/>
                      </a:solidFill>
                      <a:prstDash val="solid"/>
                    </a:lnT>
                    <a:lnB w="25200">
                      <a:solidFill>
                        <a:srgbClr val="000000"/>
                      </a:solidFill>
                      <a:prstDash val="solid"/>
                    </a:lnB>
                    <a:solidFill>
                      <a:srgbClr val="729FCF"/>
                    </a:solidFill>
                  </a:tcPr>
                </a:tc>
              </a:tr>
              <a:tr h="303840">
                <a:tc>
                  <a:txBody>
                    <a:bodyPr lIns="17640" tIns="0" rIns="17640" bIns="0" anchor="ctr">
                      <a:noAutofit/>
                    </a:bodyPr>
                    <a:p>
                      <a:pPr marL="216000" indent="-216000">
                        <a:buClr>
                          <a:srgbClr val="000000"/>
                        </a:buClr>
                        <a:buSzPct val="45000"/>
                        <a:buFont typeface="Wingdings" charset="2"/>
                        <a:buChar char=""/>
                      </a:pPr>
                      <a:r>
                        <a:rPr lang="zh-TW" sz="1800" b="0" u="none" strike="noStrike">
                          <a:solidFill>
                            <a:srgbClr val="000000"/>
                          </a:solidFill>
                          <a:effectLst/>
                          <a:uFillTx/>
                          <a:latin typeface="微軟正黑體"/>
                          <a:ea typeface="微軟正黑體"/>
                        </a:rPr>
                        <a:t>（</a:t>
                      </a:r>
                      <a:r>
                        <a:rPr lang="en-US" sz="1800" b="0" u="none" strike="noStrike">
                          <a:solidFill>
                            <a:srgbClr val="000000"/>
                          </a:solidFill>
                          <a:effectLst/>
                          <a:uFillTx/>
                          <a:latin typeface="微軟正黑體"/>
                          <a:ea typeface="微軟正黑體"/>
                        </a:rPr>
                        <a:t>2</a:t>
                      </a:r>
                      <a:r>
                        <a:rPr lang="zh-TW" sz="1800" b="0" u="none" strike="noStrike">
                          <a:solidFill>
                            <a:srgbClr val="000000"/>
                          </a:solidFill>
                          <a:effectLst/>
                          <a:uFillTx/>
                          <a:latin typeface="微軟正黑體"/>
                          <a:ea typeface="微軟正黑體"/>
                        </a:rPr>
                        <a:t>）委託研究費</a:t>
                      </a:r>
                      <a:endParaRPr lang="en-US" sz="1800" b="0" u="none" strike="noStrike">
                        <a:solidFill>
                          <a:srgbClr val="000000"/>
                        </a:solidFill>
                        <a:effectLst/>
                        <a:uFillTx/>
                        <a:latin typeface="Arial"/>
                      </a:endParaRPr>
                    </a:p>
                  </a:txBody>
                  <a:tcPr anchor="ctr" marL="17640" marR="17640" marT="0" marB="0">
                    <a:lnL w="3816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lIns="17640" tIns="0" rIns="17640" bIns="0" anchor="t">
                      <a:noAutofit/>
                    </a:bodyPr>
                    <a:p>
                      <a:pPr marL="216000" indent="-216000" algn="ct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 % </a:t>
                      </a:r>
                      <a:endParaRPr lang="en-US" sz="1800" b="0" u="none" strike="noStrike">
                        <a:solidFill>
                          <a:srgbClr val="000000"/>
                        </a:solidFill>
                        <a:effectLst/>
                        <a:uFillTx/>
                        <a:latin typeface="Arial"/>
                      </a:endParaRPr>
                    </a:p>
                  </a:txBody>
                  <a:tcPr anchor="t" marL="17640" marR="17640" marT="0" marB="0">
                    <a:lnL w="25200">
                      <a:solidFill>
                        <a:srgbClr val="000000"/>
                      </a:solidFill>
                      <a:prstDash val="solid"/>
                    </a:lnL>
                    <a:lnR w="38160">
                      <a:solidFill>
                        <a:srgbClr val="000000"/>
                      </a:solidFill>
                      <a:prstDash val="solid"/>
                    </a:lnR>
                    <a:lnT w="25200">
                      <a:solidFill>
                        <a:srgbClr val="000000"/>
                      </a:solidFill>
                      <a:prstDash val="solid"/>
                    </a:lnT>
                    <a:lnB w="25200">
                      <a:solidFill>
                        <a:srgbClr val="000000"/>
                      </a:solidFill>
                      <a:prstDash val="solid"/>
                    </a:lnB>
                    <a:solidFill>
                      <a:srgbClr val="729FCF"/>
                    </a:solidFill>
                  </a:tcPr>
                </a:tc>
              </a:tr>
              <a:tr h="303840">
                <a:tc>
                  <a:txBody>
                    <a:bodyPr lIns="17640" tIns="0" rIns="17640" bIns="0" anchor="ctr">
                      <a:noAutofit/>
                    </a:bodyPr>
                    <a:p>
                      <a:pPr marL="216000" indent="-216000">
                        <a:buClr>
                          <a:srgbClr val="000000"/>
                        </a:buClr>
                        <a:buSzPct val="45000"/>
                        <a:buFont typeface="Wingdings" charset="2"/>
                        <a:buChar char=""/>
                      </a:pPr>
                      <a:r>
                        <a:rPr lang="zh-TW" sz="1800" b="0" u="none" strike="noStrike">
                          <a:solidFill>
                            <a:srgbClr val="000000"/>
                          </a:solidFill>
                          <a:effectLst/>
                          <a:uFillTx/>
                          <a:latin typeface="微軟正黑體"/>
                          <a:ea typeface="微軟正黑體"/>
                        </a:rPr>
                        <a:t>（</a:t>
                      </a:r>
                      <a:r>
                        <a:rPr lang="en-US" sz="1800" b="0" u="none" strike="noStrike">
                          <a:solidFill>
                            <a:srgbClr val="000000"/>
                          </a:solidFill>
                          <a:effectLst/>
                          <a:uFillTx/>
                          <a:latin typeface="微軟正黑體"/>
                          <a:ea typeface="微軟正黑體"/>
                        </a:rPr>
                        <a:t>3</a:t>
                      </a:r>
                      <a:r>
                        <a:rPr lang="zh-TW" sz="1800" b="0" u="none" strike="noStrike">
                          <a:solidFill>
                            <a:srgbClr val="000000"/>
                          </a:solidFill>
                          <a:effectLst/>
                          <a:uFillTx/>
                          <a:latin typeface="微軟正黑體"/>
                          <a:ea typeface="微軟正黑體"/>
                        </a:rPr>
                        <a:t>）驗證費</a:t>
                      </a:r>
                      <a:endParaRPr lang="en-US" sz="1800" b="0" u="none" strike="noStrike">
                        <a:solidFill>
                          <a:srgbClr val="000000"/>
                        </a:solidFill>
                        <a:effectLst/>
                        <a:uFillTx/>
                        <a:latin typeface="Arial"/>
                      </a:endParaRPr>
                    </a:p>
                  </a:txBody>
                  <a:tcPr anchor="ctr" marL="17640" marR="17640" marT="0" marB="0">
                    <a:lnL w="3816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lIns="17640" tIns="0" rIns="17640" bIns="0" anchor="t">
                      <a:noAutofit/>
                    </a:bodyPr>
                    <a:p>
                      <a:pPr marL="216000" indent="-216000" algn="ct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 % </a:t>
                      </a:r>
                      <a:endParaRPr lang="en-US" sz="1800" b="0" u="none" strike="noStrike">
                        <a:solidFill>
                          <a:srgbClr val="000000"/>
                        </a:solidFill>
                        <a:effectLst/>
                        <a:uFillTx/>
                        <a:latin typeface="Arial"/>
                      </a:endParaRPr>
                    </a:p>
                  </a:txBody>
                  <a:tcPr anchor="t" marL="17640" marR="17640" marT="0" marB="0">
                    <a:lnL w="25200">
                      <a:solidFill>
                        <a:srgbClr val="000000"/>
                      </a:solidFill>
                      <a:prstDash val="solid"/>
                    </a:lnL>
                    <a:lnR w="38160">
                      <a:solidFill>
                        <a:srgbClr val="000000"/>
                      </a:solidFill>
                      <a:prstDash val="solid"/>
                    </a:lnR>
                    <a:lnT w="25200">
                      <a:solidFill>
                        <a:srgbClr val="000000"/>
                      </a:solidFill>
                      <a:prstDash val="solid"/>
                    </a:lnT>
                    <a:lnB w="25200">
                      <a:solidFill>
                        <a:srgbClr val="000000"/>
                      </a:solidFill>
                      <a:prstDash val="solid"/>
                    </a:lnB>
                    <a:solidFill>
                      <a:srgbClr val="729FCF"/>
                    </a:solidFill>
                  </a:tcPr>
                </a:tc>
              </a:tr>
              <a:tr h="303840">
                <a:tc>
                  <a:txBody>
                    <a:bodyPr lIns="17640" tIns="0" rIns="17640" bIns="0" anchor="ctr">
                      <a:noAutofit/>
                    </a:bodyPr>
                    <a:p>
                      <a:pPr marL="216000" indent="-216000">
                        <a:buClr>
                          <a:srgbClr val="000000"/>
                        </a:buClr>
                        <a:buSzPct val="45000"/>
                        <a:buFont typeface="Wingdings" charset="2"/>
                        <a:buChar char=""/>
                      </a:pPr>
                      <a:r>
                        <a:rPr lang="zh-TW" sz="1800" b="0" u="none" strike="noStrike">
                          <a:solidFill>
                            <a:srgbClr val="000000"/>
                          </a:solidFill>
                          <a:effectLst/>
                          <a:uFillTx/>
                          <a:latin typeface="微軟正黑體"/>
                          <a:ea typeface="微軟正黑體"/>
                        </a:rPr>
                        <a:t>小計</a:t>
                      </a:r>
                      <a:endParaRPr lang="en-US" sz="1800" b="0" u="none" strike="noStrike">
                        <a:solidFill>
                          <a:srgbClr val="000000"/>
                        </a:solidFill>
                        <a:effectLst/>
                        <a:uFillTx/>
                        <a:latin typeface="Arial"/>
                      </a:endParaRPr>
                    </a:p>
                  </a:txBody>
                  <a:tcPr anchor="ctr" marL="17640" marR="17640" marT="0" marB="0">
                    <a:lnL w="38160">
                      <a:solidFill>
                        <a:srgbClr val="000000"/>
                      </a:solidFill>
                      <a:prstDash val="solid"/>
                    </a:lnL>
                    <a:lnR w="25200">
                      <a:solidFill>
                        <a:srgbClr val="000000"/>
                      </a:solidFill>
                      <a:prstDash val="solid"/>
                    </a:lnR>
                    <a:lnT w="25200">
                      <a:solidFill>
                        <a:srgbClr val="000000"/>
                      </a:solidFill>
                      <a:prstDash val="solid"/>
                    </a:lnT>
                    <a:lnB w="38160">
                      <a:solidFill>
                        <a:srgbClr val="000000"/>
                      </a:solidFill>
                      <a:prstDash val="solid"/>
                    </a:lnB>
                    <a:solidFill>
                      <a:srgbClr val="CCFFF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38160">
                      <a:solidFill>
                        <a:srgbClr val="000000"/>
                      </a:solidFill>
                      <a:prstDash val="solid"/>
                    </a:lnB>
                    <a:solidFill>
                      <a:srgbClr val="CCFFF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38160">
                      <a:solidFill>
                        <a:srgbClr val="000000"/>
                      </a:solidFill>
                      <a:prstDash val="solid"/>
                    </a:lnB>
                    <a:solidFill>
                      <a:srgbClr val="CCFFF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38160">
                      <a:solidFill>
                        <a:srgbClr val="000000"/>
                      </a:solidFill>
                      <a:prstDash val="solid"/>
                    </a:lnB>
                    <a:solidFill>
                      <a:srgbClr val="CCFFFF"/>
                    </a:solidFill>
                  </a:tcPr>
                </a:tc>
                <a:tc>
                  <a:txBody>
                    <a:bodyPr lIns="17640" tIns="0" rIns="17640" bIns="0" anchor="t">
                      <a:noAutofit/>
                    </a:bodyPr>
                    <a:p>
                      <a:pPr marL="216000" indent="-216000" algn="ct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 % </a:t>
                      </a:r>
                      <a:endParaRPr lang="en-US" sz="1800" b="0" u="none" strike="noStrike">
                        <a:solidFill>
                          <a:srgbClr val="000000"/>
                        </a:solidFill>
                        <a:effectLst/>
                        <a:uFillTx/>
                        <a:latin typeface="Arial"/>
                      </a:endParaRPr>
                    </a:p>
                  </a:txBody>
                  <a:tcPr anchor="t" marL="17640" marR="17640" marT="0" marB="0">
                    <a:lnL w="25200">
                      <a:solidFill>
                        <a:srgbClr val="000000"/>
                      </a:solidFill>
                      <a:prstDash val="solid"/>
                    </a:lnL>
                    <a:lnR w="38160">
                      <a:solidFill>
                        <a:srgbClr val="000000"/>
                      </a:solidFill>
                      <a:prstDash val="solid"/>
                    </a:lnR>
                    <a:lnT w="25200">
                      <a:solidFill>
                        <a:srgbClr val="000000"/>
                      </a:solidFill>
                      <a:prstDash val="solid"/>
                    </a:lnT>
                    <a:lnB w="38160">
                      <a:solidFill>
                        <a:srgbClr val="000000"/>
                      </a:solidFill>
                      <a:prstDash val="solid"/>
                    </a:lnB>
                    <a:solidFill>
                      <a:srgbClr val="CCFFFF"/>
                    </a:solidFill>
                  </a:tcPr>
                </a:tc>
              </a:tr>
              <a:tr h="303840">
                <a:tc>
                  <a:txBody>
                    <a:bodyPr lIns="17640" tIns="0" rIns="17640" bIns="0" anchor="ctr">
                      <a:noAutofit/>
                    </a:bodyPr>
                    <a:p>
                      <a:pPr marL="216000" indent="-216000">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6.</a:t>
                      </a:r>
                      <a:r>
                        <a:rPr lang="zh-TW" sz="1800" b="0" u="none" strike="noStrike">
                          <a:solidFill>
                            <a:srgbClr val="000000"/>
                          </a:solidFill>
                          <a:effectLst/>
                          <a:uFillTx/>
                          <a:latin typeface="微軟正黑體"/>
                          <a:ea typeface="微軟正黑體"/>
                        </a:rPr>
                        <a:t>國內差旅費</a:t>
                      </a:r>
                      <a:endParaRPr lang="en-US" sz="1800" b="0" u="none" strike="noStrike">
                        <a:solidFill>
                          <a:srgbClr val="000000"/>
                        </a:solidFill>
                        <a:effectLst/>
                        <a:uFillTx/>
                        <a:latin typeface="Arial"/>
                      </a:endParaRPr>
                    </a:p>
                  </a:txBody>
                  <a:tcPr anchor="ctr" marL="17640" marR="17640" marT="0" marB="0">
                    <a:lnL w="38160">
                      <a:solidFill>
                        <a:srgbClr val="000000"/>
                      </a:solidFill>
                      <a:prstDash val="solid"/>
                    </a:lnL>
                    <a:lnR w="25200">
                      <a:solidFill>
                        <a:srgbClr val="000000"/>
                      </a:solidFill>
                      <a:prstDash val="solid"/>
                    </a:lnR>
                    <a:lnT w="38160">
                      <a:solidFill>
                        <a:srgbClr val="000000"/>
                      </a:solidFill>
                      <a:prstDash val="solid"/>
                    </a:lnT>
                    <a:lnB w="25200">
                      <a:solidFill>
                        <a:srgbClr val="000000"/>
                      </a:solidFill>
                      <a:prstDash val="solid"/>
                    </a:lnB>
                    <a:solidFill>
                      <a:srgbClr val="729FC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38160">
                      <a:solidFill>
                        <a:srgbClr val="000000"/>
                      </a:solidFill>
                      <a:prstDash val="solid"/>
                    </a:lnT>
                    <a:lnB w="25200">
                      <a:solidFill>
                        <a:srgbClr val="000000"/>
                      </a:solidFill>
                      <a:prstDash val="solid"/>
                    </a:lnB>
                    <a:solidFill>
                      <a:srgbClr val="729FC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38160">
                      <a:solidFill>
                        <a:srgbClr val="000000"/>
                      </a:solidFill>
                      <a:prstDash val="solid"/>
                    </a:lnT>
                    <a:lnB w="25200">
                      <a:solidFill>
                        <a:srgbClr val="000000"/>
                      </a:solidFill>
                      <a:prstDash val="solid"/>
                    </a:lnB>
                    <a:solidFill>
                      <a:srgbClr val="729FC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38160">
                      <a:solidFill>
                        <a:srgbClr val="000000"/>
                      </a:solidFill>
                      <a:prstDash val="solid"/>
                    </a:lnT>
                    <a:lnB w="25200">
                      <a:solidFill>
                        <a:srgbClr val="000000"/>
                      </a:solidFill>
                      <a:prstDash val="solid"/>
                    </a:lnB>
                    <a:solidFill>
                      <a:srgbClr val="729FCF"/>
                    </a:solidFill>
                  </a:tcPr>
                </a:tc>
                <a:tc>
                  <a:txBody>
                    <a:bodyPr lIns="17640" tIns="0" rIns="17640" bIns="0" anchor="t">
                      <a:noAutofit/>
                    </a:bodyPr>
                    <a:p>
                      <a:pPr marL="216000" indent="-216000" algn="ct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 % </a:t>
                      </a:r>
                      <a:endParaRPr lang="en-US" sz="1800" b="0" u="none" strike="noStrike">
                        <a:solidFill>
                          <a:srgbClr val="000000"/>
                        </a:solidFill>
                        <a:effectLst/>
                        <a:uFillTx/>
                        <a:latin typeface="Arial"/>
                      </a:endParaRPr>
                    </a:p>
                  </a:txBody>
                  <a:tcPr anchor="t" marL="17640" marR="17640" marT="0" marB="0">
                    <a:lnL w="25200">
                      <a:solidFill>
                        <a:srgbClr val="000000"/>
                      </a:solidFill>
                      <a:prstDash val="solid"/>
                    </a:lnL>
                    <a:lnR w="38160">
                      <a:solidFill>
                        <a:srgbClr val="000000"/>
                      </a:solidFill>
                      <a:prstDash val="solid"/>
                    </a:lnR>
                    <a:lnT w="38160">
                      <a:solidFill>
                        <a:srgbClr val="000000"/>
                      </a:solidFill>
                      <a:prstDash val="solid"/>
                    </a:lnT>
                    <a:lnB w="25200">
                      <a:solidFill>
                        <a:srgbClr val="000000"/>
                      </a:solidFill>
                      <a:prstDash val="solid"/>
                    </a:lnB>
                    <a:solidFill>
                      <a:srgbClr val="729FCF"/>
                    </a:solidFill>
                  </a:tcPr>
                </a:tc>
              </a:tr>
              <a:tr h="303840">
                <a:tc>
                  <a:txBody>
                    <a:bodyPr lIns="17640" tIns="0" rIns="17640" bIns="0" anchor="ctr">
                      <a:noAutofit/>
                    </a:bodyPr>
                    <a:p>
                      <a:pPr marL="216000" indent="-216000">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7.</a:t>
                      </a:r>
                      <a:r>
                        <a:rPr lang="zh-TW" sz="1800" b="0" u="none" strike="noStrike">
                          <a:solidFill>
                            <a:srgbClr val="000000"/>
                          </a:solidFill>
                          <a:effectLst/>
                          <a:uFillTx/>
                          <a:latin typeface="微軟正黑體"/>
                          <a:ea typeface="微軟正黑體"/>
                        </a:rPr>
                        <a:t>創新服務推廣費</a:t>
                      </a:r>
                      <a:endParaRPr lang="en-US" sz="1800" b="0" u="none" strike="noStrike">
                        <a:solidFill>
                          <a:srgbClr val="000000"/>
                        </a:solidFill>
                        <a:effectLst/>
                        <a:uFillTx/>
                        <a:latin typeface="Arial"/>
                      </a:endParaRPr>
                    </a:p>
                  </a:txBody>
                  <a:tcPr anchor="ctr" marL="17640" marR="17640" marT="0" marB="0">
                    <a:lnL w="3816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729FCF"/>
                    </a:solidFill>
                  </a:tcPr>
                </a:tc>
                <a:tc>
                  <a:txBody>
                    <a:bodyPr lIns="17640" tIns="0" rIns="17640" bIns="0" anchor="t">
                      <a:noAutofit/>
                    </a:bodyPr>
                    <a:p>
                      <a:pPr marL="216000" indent="-216000" algn="ct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 % </a:t>
                      </a:r>
                      <a:endParaRPr lang="en-US" sz="1800" b="0" u="none" strike="noStrike">
                        <a:solidFill>
                          <a:srgbClr val="000000"/>
                        </a:solidFill>
                        <a:effectLst/>
                        <a:uFillTx/>
                        <a:latin typeface="Arial"/>
                      </a:endParaRPr>
                    </a:p>
                  </a:txBody>
                  <a:tcPr anchor="t" marL="17640" marR="17640" marT="0" marB="0">
                    <a:lnL w="25200">
                      <a:solidFill>
                        <a:srgbClr val="000000"/>
                      </a:solidFill>
                      <a:prstDash val="solid"/>
                    </a:lnL>
                    <a:lnR w="38160">
                      <a:solidFill>
                        <a:srgbClr val="000000"/>
                      </a:solidFill>
                      <a:prstDash val="solid"/>
                    </a:lnR>
                    <a:lnT w="25200">
                      <a:solidFill>
                        <a:srgbClr val="000000"/>
                      </a:solidFill>
                      <a:prstDash val="solid"/>
                    </a:lnT>
                    <a:lnB w="25200">
                      <a:solidFill>
                        <a:srgbClr val="000000"/>
                      </a:solidFill>
                      <a:prstDash val="solid"/>
                    </a:lnB>
                    <a:solidFill>
                      <a:srgbClr val="729FCF"/>
                    </a:solidFill>
                  </a:tcPr>
                </a:tc>
              </a:tr>
              <a:tr h="303840">
                <a:tc>
                  <a:txBody>
                    <a:bodyPr lIns="17640" tIns="0" rIns="17640" bIns="0" anchor="ctr">
                      <a:noAutofit/>
                    </a:bodyPr>
                    <a:p>
                      <a:pPr marL="216000" indent="-216000">
                        <a:buClr>
                          <a:srgbClr val="000000"/>
                        </a:buClr>
                        <a:buSzPct val="45000"/>
                        <a:buFont typeface="Wingdings" charset="2"/>
                        <a:buChar char=""/>
                      </a:pPr>
                      <a:r>
                        <a:rPr lang="zh-TW" sz="1800" b="0" u="none" strike="noStrike">
                          <a:solidFill>
                            <a:srgbClr val="000000"/>
                          </a:solidFill>
                          <a:effectLst/>
                          <a:uFillTx/>
                          <a:latin typeface="微軟正黑體"/>
                          <a:ea typeface="微軟正黑體"/>
                        </a:rPr>
                        <a:t>開發總經費</a:t>
                      </a:r>
                      <a:endParaRPr lang="en-US" sz="1800" b="0" u="none" strike="noStrike">
                        <a:solidFill>
                          <a:srgbClr val="000000"/>
                        </a:solidFill>
                        <a:effectLst/>
                        <a:uFillTx/>
                        <a:latin typeface="Arial"/>
                      </a:endParaRPr>
                    </a:p>
                  </a:txBody>
                  <a:tcPr anchor="ctr" marL="17640" marR="17640" marT="0" marB="0">
                    <a:lnL w="3816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CCC0DA"/>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CCC0DA"/>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CCC0DA"/>
                    </a:solidFill>
                  </a:tcPr>
                </a:tc>
                <a:tc>
                  <a:txBody>
                    <a:bodyPr lIns="17640" tIns="0" rIns="17640" bIns="0" anchor="ctr">
                      <a:noAutofit/>
                    </a:bodyPr>
                    <a:p>
                      <a:pPr marL="216000" indent="-216000" algn="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0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25200">
                      <a:solidFill>
                        <a:srgbClr val="000000"/>
                      </a:solidFill>
                      <a:prstDash val="solid"/>
                    </a:lnR>
                    <a:lnT w="25200">
                      <a:solidFill>
                        <a:srgbClr val="000000"/>
                      </a:solidFill>
                      <a:prstDash val="solid"/>
                    </a:lnT>
                    <a:lnB w="25200">
                      <a:solidFill>
                        <a:srgbClr val="000000"/>
                      </a:solidFill>
                      <a:prstDash val="solid"/>
                    </a:lnB>
                    <a:solidFill>
                      <a:srgbClr val="CCC0DA"/>
                    </a:solidFill>
                  </a:tcPr>
                </a:tc>
                <a:tc>
                  <a:txBody>
                    <a:bodyPr lIns="17640" tIns="0" rIns="17640" bIns="0" anchor="ctr">
                      <a:noAutofit/>
                    </a:bodyPr>
                    <a:p>
                      <a:pPr marL="216000" indent="-216000" algn="ct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100%</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38160">
                      <a:solidFill>
                        <a:srgbClr val="000000"/>
                      </a:solidFill>
                      <a:prstDash val="solid"/>
                    </a:lnR>
                    <a:lnT w="25200">
                      <a:solidFill>
                        <a:srgbClr val="000000"/>
                      </a:solidFill>
                      <a:prstDash val="solid"/>
                    </a:lnT>
                    <a:lnB w="25200">
                      <a:solidFill>
                        <a:srgbClr val="000000"/>
                      </a:solidFill>
                      <a:prstDash val="solid"/>
                    </a:lnB>
                    <a:solidFill>
                      <a:srgbClr val="CCC0DA"/>
                    </a:solidFill>
                  </a:tcPr>
                </a:tc>
              </a:tr>
              <a:tr h="303840">
                <a:tc>
                  <a:txBody>
                    <a:bodyPr lIns="17640" tIns="0" rIns="17640" bIns="0" anchor="ctr">
                      <a:noAutofit/>
                    </a:bodyPr>
                    <a:p>
                      <a:pPr marL="216000" indent="-216000">
                        <a:buClr>
                          <a:srgbClr val="000000"/>
                        </a:buClr>
                        <a:buSzPct val="45000"/>
                        <a:buFont typeface="Wingdings" charset="2"/>
                        <a:buChar char=""/>
                      </a:pPr>
                      <a:r>
                        <a:rPr lang="zh-TW" sz="1800" b="0" u="none" strike="noStrike">
                          <a:solidFill>
                            <a:srgbClr val="000000"/>
                          </a:solidFill>
                          <a:effectLst/>
                          <a:uFillTx/>
                          <a:latin typeface="微軟正黑體"/>
                          <a:ea typeface="微軟正黑體"/>
                        </a:rPr>
                        <a:t>百分比</a:t>
                      </a:r>
                      <a:endParaRPr lang="en-US" sz="1800" b="0" u="none" strike="noStrike">
                        <a:solidFill>
                          <a:srgbClr val="000000"/>
                        </a:solidFill>
                        <a:effectLst/>
                        <a:uFillTx/>
                        <a:latin typeface="Arial"/>
                      </a:endParaRPr>
                    </a:p>
                  </a:txBody>
                  <a:tcPr anchor="ctr" marL="17640" marR="17640" marT="0" marB="0">
                    <a:lnL w="38160">
                      <a:solidFill>
                        <a:srgbClr val="000000"/>
                      </a:solidFill>
                      <a:prstDash val="solid"/>
                    </a:lnL>
                    <a:lnR w="25200">
                      <a:solidFill>
                        <a:srgbClr val="000000"/>
                      </a:solidFill>
                      <a:prstDash val="solid"/>
                    </a:lnR>
                    <a:lnT w="25200">
                      <a:solidFill>
                        <a:srgbClr val="000000"/>
                      </a:solidFill>
                      <a:prstDash val="solid"/>
                    </a:lnT>
                    <a:lnB w="38160">
                      <a:solidFill>
                        <a:srgbClr val="000000"/>
                      </a:solidFill>
                      <a:prstDash val="solid"/>
                    </a:lnB>
                    <a:solidFill>
                      <a:srgbClr val="729FCF"/>
                    </a:solidFill>
                  </a:tcPr>
                </a:tc>
                <a:tc>
                  <a:txBody>
                    <a:bodyPr lIns="17640" tIns="0" rIns="17640" bIns="0" anchor="t">
                      <a:noAutofit/>
                    </a:bodyPr>
                    <a:p>
                      <a:pPr marL="216000" indent="-216000" algn="ct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 % </a:t>
                      </a:r>
                      <a:endParaRPr lang="en-US" sz="1800" b="0" u="none" strike="noStrike">
                        <a:solidFill>
                          <a:srgbClr val="000000"/>
                        </a:solidFill>
                        <a:effectLst/>
                        <a:uFillTx/>
                        <a:latin typeface="Arial"/>
                      </a:endParaRPr>
                    </a:p>
                  </a:txBody>
                  <a:tcPr anchor="t" marL="17640" marR="17640" marT="0" marB="0">
                    <a:lnL w="25200">
                      <a:solidFill>
                        <a:srgbClr val="000000"/>
                      </a:solidFill>
                      <a:prstDash val="solid"/>
                    </a:lnL>
                    <a:lnR w="25200">
                      <a:solidFill>
                        <a:srgbClr val="000000"/>
                      </a:solidFill>
                      <a:prstDash val="solid"/>
                    </a:lnR>
                    <a:lnT w="25200">
                      <a:solidFill>
                        <a:srgbClr val="000000"/>
                      </a:solidFill>
                      <a:prstDash val="solid"/>
                    </a:lnT>
                    <a:lnB w="38160">
                      <a:solidFill>
                        <a:srgbClr val="000000"/>
                      </a:solidFill>
                      <a:prstDash val="solid"/>
                    </a:lnB>
                    <a:solidFill>
                      <a:srgbClr val="729FCF"/>
                    </a:solidFill>
                  </a:tcPr>
                </a:tc>
                <a:tc>
                  <a:txBody>
                    <a:bodyPr lIns="17640" tIns="0" rIns="17640" bIns="0" anchor="t">
                      <a:noAutofit/>
                    </a:bodyPr>
                    <a:p>
                      <a:pPr marL="216000" indent="-216000" algn="ct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 % </a:t>
                      </a:r>
                      <a:endParaRPr lang="en-US" sz="1800" b="0" u="none" strike="noStrike">
                        <a:solidFill>
                          <a:srgbClr val="000000"/>
                        </a:solidFill>
                        <a:effectLst/>
                        <a:uFillTx/>
                        <a:latin typeface="Arial"/>
                      </a:endParaRPr>
                    </a:p>
                  </a:txBody>
                  <a:tcPr anchor="t" marL="17640" marR="17640" marT="0" marB="0">
                    <a:lnL w="25200">
                      <a:solidFill>
                        <a:srgbClr val="000000"/>
                      </a:solidFill>
                      <a:prstDash val="solid"/>
                    </a:lnL>
                    <a:lnR w="25200">
                      <a:solidFill>
                        <a:srgbClr val="000000"/>
                      </a:solidFill>
                      <a:prstDash val="solid"/>
                    </a:lnR>
                    <a:lnT w="25200">
                      <a:solidFill>
                        <a:srgbClr val="000000"/>
                      </a:solidFill>
                      <a:prstDash val="solid"/>
                    </a:lnT>
                    <a:lnB w="38160">
                      <a:solidFill>
                        <a:srgbClr val="000000"/>
                      </a:solidFill>
                      <a:prstDash val="solid"/>
                    </a:lnB>
                    <a:solidFill>
                      <a:srgbClr val="729FCF"/>
                    </a:solidFill>
                  </a:tcPr>
                </a:tc>
                <a:tc>
                  <a:txBody>
                    <a:bodyPr lIns="17640" tIns="0" rIns="17640" bIns="0" anchor="t">
                      <a:noAutofit/>
                    </a:bodyPr>
                    <a:p>
                      <a:pPr marL="216000" indent="-216000" algn="ctr">
                        <a:buClr>
                          <a:srgbClr val="000000"/>
                        </a:buClr>
                        <a:buSzPct val="45000"/>
                        <a:buFont typeface="Wingdings" charset="2"/>
                        <a:buChar char=""/>
                      </a:pPr>
                      <a:r>
                        <a:rPr lang="en-US" sz="1800" b="0" u="none" strike="noStrike">
                          <a:solidFill>
                            <a:srgbClr val="000000"/>
                          </a:solidFill>
                          <a:effectLst/>
                          <a:uFillTx/>
                          <a:latin typeface="微軟正黑體"/>
                          <a:ea typeface="微軟正黑體"/>
                        </a:rPr>
                        <a:t> % </a:t>
                      </a:r>
                      <a:endParaRPr lang="en-US" sz="1800" b="0" u="none" strike="noStrike">
                        <a:solidFill>
                          <a:srgbClr val="000000"/>
                        </a:solidFill>
                        <a:effectLst/>
                        <a:uFillTx/>
                        <a:latin typeface="Arial"/>
                      </a:endParaRPr>
                    </a:p>
                  </a:txBody>
                  <a:tcPr anchor="t" marL="17640" marR="17640" marT="0" marB="0">
                    <a:lnL w="25200">
                      <a:solidFill>
                        <a:srgbClr val="000000"/>
                      </a:solidFill>
                      <a:prstDash val="solid"/>
                    </a:lnL>
                    <a:lnR w="25200">
                      <a:solidFill>
                        <a:srgbClr val="000000"/>
                      </a:solidFill>
                      <a:prstDash val="solid"/>
                    </a:lnR>
                    <a:lnT w="25200">
                      <a:solidFill>
                        <a:srgbClr val="000000"/>
                      </a:solidFill>
                      <a:prstDash val="solid"/>
                    </a:lnT>
                    <a:lnB w="38160">
                      <a:solidFill>
                        <a:srgbClr val="000000"/>
                      </a:solidFill>
                      <a:prstDash val="solid"/>
                    </a:lnB>
                    <a:solidFill>
                      <a:srgbClr val="729FCF"/>
                    </a:solidFill>
                  </a:tcPr>
                </a:tc>
                <a:tc>
                  <a:txBody>
                    <a:bodyPr lIns="17640" tIns="0" rIns="17640" bIns="0" anchor="ctr">
                      <a:noAutofit/>
                    </a:bodyPr>
                    <a:p>
                      <a:pPr marL="216000" indent="-216000" algn="ctr">
                        <a:buClr>
                          <a:srgbClr val="000000"/>
                        </a:buClr>
                        <a:buSzPct val="45000"/>
                        <a:buFont typeface="Wingdings" charset="2"/>
                        <a:buChar char=""/>
                      </a:pPr>
                      <a:r>
                        <a:rPr lang="zh-TW" sz="1800" b="0" u="none" strike="noStrike">
                          <a:solidFill>
                            <a:srgbClr val="000000"/>
                          </a:solidFill>
                          <a:effectLst/>
                          <a:uFillTx/>
                          <a:latin typeface="微軟正黑體"/>
                          <a:ea typeface="微軟正黑體"/>
                        </a:rPr>
                        <a:t>　</a:t>
                      </a:r>
                      <a:endParaRPr lang="en-US" sz="1800" b="0" u="none" strike="noStrike">
                        <a:solidFill>
                          <a:srgbClr val="000000"/>
                        </a:solidFill>
                        <a:effectLst/>
                        <a:uFillTx/>
                        <a:latin typeface="Arial"/>
                      </a:endParaRPr>
                    </a:p>
                  </a:txBody>
                  <a:tcPr anchor="ctr" marL="17640" marR="17640" marT="0" marB="0">
                    <a:lnL w="25200">
                      <a:solidFill>
                        <a:srgbClr val="000000"/>
                      </a:solidFill>
                      <a:prstDash val="solid"/>
                    </a:lnL>
                    <a:lnR w="38160">
                      <a:solidFill>
                        <a:srgbClr val="000000"/>
                      </a:solidFill>
                      <a:prstDash val="solid"/>
                    </a:lnR>
                    <a:lnT w="25200">
                      <a:solidFill>
                        <a:srgbClr val="000000"/>
                      </a:solidFill>
                      <a:prstDash val="solid"/>
                    </a:lnT>
                    <a:lnB w="38160">
                      <a:solidFill>
                        <a:srgbClr val="000000"/>
                      </a:solidFill>
                      <a:prstDash val="solid"/>
                    </a:lnB>
                    <a:solidFill>
                      <a:srgbClr val="729FCF"/>
                    </a:solidFill>
                  </a:tcPr>
                </a:tc>
              </a:tr>
            </a:tbl>
          </a:graphicData>
        </a:graphic>
      </p:graphicFrame>
      <p:sp>
        <p:nvSpPr>
          <p:cNvPr id="205" name="文字方塊 11"/>
          <p:cNvSpPr txBox="1"/>
          <p:nvPr/>
        </p:nvSpPr>
        <p:spPr>
          <a:xfrm>
            <a:off x="317880" y="6175800"/>
            <a:ext cx="6930720" cy="369360"/>
          </a:xfrm>
          <a:prstGeom prst="rect">
            <a:avLst/>
          </a:prstGeom>
          <a:noFill/>
          <a:ln w="0">
            <a:noFill/>
          </a:ln>
        </p:spPr>
        <p:txBody>
          <a:bodyPr anchor="t">
            <a:spAutoFit/>
          </a:bodyPr>
          <a:p>
            <a:pPr>
              <a:lnSpc>
                <a:spcPct val="100000"/>
              </a:lnSpc>
            </a:pPr>
            <a:r>
              <a:rPr lang="zh-TW" sz="1800" b="0" u="none" strike="noStrike">
                <a:solidFill>
                  <a:srgbClr val="000000"/>
                </a:solidFill>
                <a:effectLst/>
                <a:uFillTx/>
                <a:latin typeface="微軟正黑體"/>
                <a:ea typeface="微軟正黑體"/>
              </a:rPr>
              <a:t>註：會計科目編列原則請參閱各分項經費說明，請</a:t>
            </a:r>
            <a:r>
              <a:rPr lang="en-US" sz="1800" b="0" u="none" strike="noStrike">
                <a:solidFill>
                  <a:srgbClr val="000000"/>
                </a:solidFill>
                <a:effectLst/>
                <a:uFillTx/>
                <a:latin typeface="微軟正黑體"/>
                <a:ea typeface="微軟正黑體"/>
              </a:rPr>
              <a:t>4</a:t>
            </a:r>
            <a:r>
              <a:rPr lang="zh-TW" sz="1800" b="0" u="none" strike="noStrike">
                <a:solidFill>
                  <a:srgbClr val="000000"/>
                </a:solidFill>
                <a:effectLst/>
                <a:uFillTx/>
                <a:latin typeface="微軟正黑體"/>
                <a:ea typeface="微軟正黑體"/>
              </a:rPr>
              <a:t>捨</a:t>
            </a:r>
            <a:r>
              <a:rPr lang="en-US" sz="1800" b="0" u="none" strike="noStrike">
                <a:solidFill>
                  <a:srgbClr val="000000"/>
                </a:solidFill>
                <a:effectLst/>
                <a:uFillTx/>
                <a:latin typeface="微軟正黑體"/>
                <a:ea typeface="微軟正黑體"/>
              </a:rPr>
              <a:t>5</a:t>
            </a:r>
            <a:r>
              <a:rPr lang="zh-TW" sz="1800" b="0" u="none" strike="noStrike">
                <a:solidFill>
                  <a:srgbClr val="000000"/>
                </a:solidFill>
                <a:effectLst/>
                <a:uFillTx/>
                <a:latin typeface="微軟正黑體"/>
                <a:ea typeface="微軟正黑體"/>
              </a:rPr>
              <a:t>入至整數。</a:t>
            </a:r>
            <a:endParaRPr lang="en-US" sz="1800" b="0" u="none" strike="noStrike">
              <a:solidFill>
                <a:srgbClr val="000000"/>
              </a:solidFill>
              <a:effectLst/>
              <a:uFillTx/>
              <a:latin typeface="Arial"/>
            </a:endParaRPr>
          </a:p>
        </p:txBody>
      </p:sp>
      <p:sp>
        <p:nvSpPr>
          <p:cNvPr id="206" name="文字方塊 5"/>
          <p:cNvSpPr txBox="1"/>
          <p:nvPr/>
        </p:nvSpPr>
        <p:spPr>
          <a:xfrm>
            <a:off x="10369080" y="862200"/>
            <a:ext cx="1260000" cy="369360"/>
          </a:xfrm>
          <a:prstGeom prst="rect">
            <a:avLst/>
          </a:prstGeom>
          <a:noFill/>
          <a:ln w="0">
            <a:noFill/>
          </a:ln>
        </p:spPr>
        <p:txBody>
          <a:bodyPr wrap="none" anchor="t">
            <a:spAutoFit/>
          </a:bodyPr>
          <a:p>
            <a:pPr>
              <a:lnSpc>
                <a:spcPct val="100000"/>
              </a:lnSpc>
            </a:pPr>
            <a:r>
              <a:rPr lang="zh-TW" sz="1800" b="0" u="none" strike="noStrike">
                <a:solidFill>
                  <a:srgbClr val="000000"/>
                </a:solidFill>
                <a:effectLst/>
                <a:uFillTx/>
                <a:latin typeface="微軟正黑體"/>
                <a:ea typeface="微軟正黑體"/>
              </a:rPr>
              <a:t>單位</a:t>
            </a:r>
            <a:r>
              <a:rPr lang="en-US" sz="1800" b="0" u="none" strike="noStrike">
                <a:solidFill>
                  <a:srgbClr val="000000"/>
                </a:solidFill>
                <a:effectLst/>
                <a:uFillTx/>
                <a:latin typeface="微軟正黑體"/>
                <a:ea typeface="微軟正黑體"/>
              </a:rPr>
              <a:t>:</a:t>
            </a:r>
            <a:r>
              <a:rPr lang="zh-TW" sz="1800" b="0" u="none" strike="noStrike">
                <a:solidFill>
                  <a:srgbClr val="000000"/>
                </a:solidFill>
                <a:effectLst/>
                <a:uFillTx/>
                <a:latin typeface="微軟正黑體"/>
                <a:ea typeface="微軟正黑體"/>
              </a:rPr>
              <a:t>千元</a:t>
            </a:r>
            <a:endParaRPr lang="en-US" sz="18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7" name="標題 1"/>
          <p:cNvSpPr txBox="1"/>
          <p:nvPr/>
        </p:nvSpPr>
        <p:spPr>
          <a:xfrm>
            <a:off x="515880" y="2727360"/>
            <a:ext cx="11160000" cy="1403280"/>
          </a:xfrm>
          <a:prstGeom prst="rect">
            <a:avLst/>
          </a:prstGeom>
          <a:noFill/>
          <a:ln w="0">
            <a:noFill/>
          </a:ln>
        </p:spPr>
        <p:txBody>
          <a:bodyPr anchor="ctr" anchorCtr="1">
            <a:normAutofit/>
          </a:bodyPr>
          <a:p>
            <a:pPr algn="ctr">
              <a:lnSpc>
                <a:spcPct val="120000"/>
              </a:lnSpc>
            </a:pPr>
            <a:r>
              <a:rPr lang="zh-TW" sz="3200" b="1" u="none" strike="noStrike">
                <a:solidFill>
                  <a:srgbClr val="000000"/>
                </a:solidFill>
                <a:effectLst/>
                <a:uFillTx/>
                <a:latin typeface="微軟正黑體"/>
                <a:ea typeface="微軟正黑體"/>
              </a:rPr>
              <a:t>簡報結束</a:t>
            </a:r>
            <a:endParaRPr lang="en-US" sz="3200" b="0" u="none" strike="noStrike">
              <a:solidFill>
                <a:srgbClr val="000000"/>
              </a:solidFill>
              <a:effectLst/>
              <a:uFillTx/>
              <a:latin typeface="Arial"/>
            </a:endParaRPr>
          </a:p>
          <a:p>
            <a:pPr algn="ctr">
              <a:lnSpc>
                <a:spcPct val="120000"/>
              </a:lnSpc>
            </a:pPr>
            <a:r>
              <a:rPr lang="zh-TW" sz="3200" b="1" u="none" strike="noStrike">
                <a:solidFill>
                  <a:srgbClr val="000000"/>
                </a:solidFill>
                <a:effectLst/>
                <a:uFillTx/>
                <a:latin typeface="微軟正黑體"/>
                <a:ea typeface="微軟正黑體"/>
              </a:rPr>
              <a:t>敬請指教</a:t>
            </a:r>
            <a:endParaRPr lang="en-US" sz="3200" b="0" u="none" strike="noStrike">
              <a:solidFill>
                <a:srgbClr val="000000"/>
              </a:solidFill>
              <a:effectLst/>
              <a:uFillTx/>
              <a:latin typeface="Arial"/>
            </a:endParaRPr>
          </a:p>
        </p:txBody>
      </p:sp>
      <p:sp>
        <p:nvSpPr>
          <p:cNvPr id="208" name="投影片編號版面配置區 2"/>
          <p:cNvSpPr txBox="1"/>
          <p:nvPr/>
        </p:nvSpPr>
        <p:spPr>
          <a:xfrm>
            <a:off x="9448920" y="6500160"/>
            <a:ext cx="2743200" cy="365040"/>
          </a:xfrm>
          <a:prstGeom prst="rect">
            <a:avLst/>
          </a:prstGeom>
          <a:noFill/>
          <a:ln w="0">
            <a:noFill/>
          </a:ln>
        </p:spPr>
        <p:txBody>
          <a:bodyPr anchor="t">
            <a:noAutofit/>
          </a:bodyPr>
          <a:p>
            <a:pPr algn="r">
              <a:lnSpc>
                <a:spcPct val="100000"/>
              </a:lnSpc>
            </a:pPr>
            <a:fld id="{A52BCEA4-E0DB-4384-BC27-AFE3E46B5AC5}" type="slidenum">
              <a:rPr lang="en-US" sz="1000" b="0" u="none" strike="noStrike">
                <a:solidFill>
                  <a:srgbClr val="000000"/>
                </a:solidFill>
                <a:effectLst/>
                <a:uFillTx/>
                <a:latin typeface="微軟正黑體"/>
                <a:ea typeface="微軟正黑體"/>
              </a:rPr>
              <a:t>&lt;編號&gt;</a:t>
            </a:fld>
            <a:endParaRPr lang="en-US" sz="1000" b="0" u="none" strike="noStrike">
              <a:solidFill>
                <a:srgbClr val="000000"/>
              </a:solidFill>
              <a:effectLst/>
              <a:uFillTx/>
              <a:latin typeface="Arial"/>
            </a:endParaRPr>
          </a:p>
        </p:txBody>
      </p:sp>
    </p:spTree>
  </p:cSld>
  <mc:AlternateContent>
    <mc:Choice Requires="p14">
      <p:transition spd="slow" p14:dur="3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749</TotalTime>
  <Application>LibreOffice/26.2.5.2$Windows_X86_64 LibreOffice_project/cd7284b4cbbfeb507e630c1aac019f4157393acb</Application>
  <AppVersion>15.0000</AppVersion>
  <Words>2190</Words>
  <Paragraphs>417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2023-01-18T01:54:40Z</dcterms:created>
  <dc:creator>DIGITAL+數位創新補助平台計畫專案辦公室</dc:creator>
  <dc:description/>
  <dc:language>zh-TW</dc:language>
  <cp:lastModifiedBy>陳思瑋 Andrew Chen</cp:lastModifiedBy>
  <cp:lastPrinted>2026-04-14T10:32:58Z</cp:lastPrinted>
  <dcterms:modified xsi:type="dcterms:W3CDTF">2026-07-14T06:36:23Z</dcterms:modified>
  <cp:revision>82</cp:revision>
  <dc:subject/>
  <dc:title>數位服務創新補助計畫_簡報格式</dc:title>
</cp:coreProperties>
</file>